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0275213" cy="428117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513440" y="1693800"/>
            <a:ext cx="27246240" cy="70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1513440" y="10017720"/>
            <a:ext cx="27247320" cy="248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13440" y="1693800"/>
            <a:ext cx="27246240" cy="70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0" y="0"/>
            <a:ext cx="30274560" cy="42811200"/>
          </a:xfrm>
          <a:custGeom>
            <a:avLst/>
            <a:gdLst>
              <a:gd name="textAreaLeft" fmla="*/ 0 w 30274560"/>
              <a:gd name="textAreaRight" fmla="*/ 30274920 w 30274560"/>
              <a:gd name="textAreaTop" fmla="*/ 0 h 42811200"/>
              <a:gd name="textAreaBottom" fmla="*/ 42811560 h 42811200"/>
            </a:gdLst>
            <a:ahLst/>
            <a:rect l="textAreaLeft" t="textAreaTop" r="textAreaRight" b="textAreaBottom"/>
            <a:pathLst>
              <a:path w="84097" h="118921">
                <a:moveTo>
                  <a:pt x="0" y="0"/>
                </a:moveTo>
                <a:lnTo>
                  <a:pt x="84097" y="0"/>
                </a:lnTo>
                <a:lnTo>
                  <a:pt x="84097" y="118921"/>
                </a:lnTo>
                <a:lnTo>
                  <a:pt x="0" y="1189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0" y="0"/>
            <a:ext cx="30274920" cy="42811560"/>
          </a:xfrm>
          <a:custGeom>
            <a:avLst/>
            <a:gdLst>
              <a:gd name="textAreaLeft" fmla="*/ 0 w 30274920"/>
              <a:gd name="textAreaRight" fmla="*/ 30275280 w 30274920"/>
              <a:gd name="textAreaTop" fmla="*/ 0 h 42811560"/>
              <a:gd name="textAreaBottom" fmla="*/ 42811920 h 42811560"/>
            </a:gdLst>
            <a:ahLst/>
            <a:rect l="textAreaLeft" t="textAreaTop" r="textAreaRight" b="textAreaBottom"/>
            <a:pathLst>
              <a:path w="84098" h="118922">
                <a:moveTo>
                  <a:pt x="0" y="0"/>
                </a:moveTo>
                <a:lnTo>
                  <a:pt x="84098" y="0"/>
                </a:lnTo>
                <a:lnTo>
                  <a:pt x="84098" y="118922"/>
                </a:lnTo>
                <a:lnTo>
                  <a:pt x="0" y="11892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30274920" cy="42811920"/>
          </a:xfrm>
          <a:custGeom>
            <a:avLst/>
            <a:gdLst>
              <a:gd name="textAreaLeft" fmla="*/ 0 w 30274920"/>
              <a:gd name="textAreaRight" fmla="*/ 30275280 w 30274920"/>
              <a:gd name="textAreaTop" fmla="*/ 0 h 42811920"/>
              <a:gd name="textAreaBottom" fmla="*/ 42812280 h 42811920"/>
            </a:gdLst>
            <a:ahLst/>
            <a:rect l="textAreaLeft" t="textAreaTop" r="textAreaRight" b="textAreaBottom"/>
            <a:pathLst>
              <a:path w="84098" h="118923">
                <a:moveTo>
                  <a:pt x="0" y="0"/>
                </a:moveTo>
                <a:lnTo>
                  <a:pt x="84098" y="0"/>
                </a:lnTo>
                <a:lnTo>
                  <a:pt x="84098" y="118923"/>
                </a:lnTo>
                <a:lnTo>
                  <a:pt x="0" y="1189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1026360" y="1079640"/>
            <a:ext cx="28154160" cy="577080"/>
          </a:xfrm>
          <a:custGeom>
            <a:avLst/>
            <a:gdLst>
              <a:gd name="textAreaLeft" fmla="*/ 0 w 28154160"/>
              <a:gd name="textAreaRight" fmla="*/ 28154520 w 28154160"/>
              <a:gd name="textAreaTop" fmla="*/ 0 h 577080"/>
              <a:gd name="textAreaBottom" fmla="*/ 577440 h 577080"/>
            </a:gdLst>
            <a:ahLst/>
            <a:rect l="textAreaLeft" t="textAreaTop" r="textAreaRight" b="textAreaBottom"/>
            <a:pathLst>
              <a:path w="78207" h="1604">
                <a:moveTo>
                  <a:pt x="39106" y="1604"/>
                </a:moveTo>
                <a:lnTo>
                  <a:pt x="0" y="1604"/>
                </a:lnTo>
                <a:lnTo>
                  <a:pt x="0" y="0"/>
                </a:lnTo>
                <a:lnTo>
                  <a:pt x="78207" y="0"/>
                </a:lnTo>
                <a:lnTo>
                  <a:pt x="78207" y="1604"/>
                </a:lnTo>
                <a:lnTo>
                  <a:pt x="39106" y="1604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035720" y="1840680"/>
            <a:ext cx="28145160" cy="1080"/>
          </a:xfrm>
          <a:prstGeom prst="line">
            <a:avLst/>
          </a:prstGeom>
          <a:ln w="597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9880" rIns="29880" tIns="-28800" bIns="-28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1226880" y="2548080"/>
            <a:ext cx="16613640" cy="9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6500" spc="-1" strike="noStrike">
                <a:solidFill>
                  <a:srgbClr val="000000"/>
                </a:solidFill>
                <a:latin typeface="Arial"/>
                <a:ea typeface="Arial"/>
              </a:rPr>
              <a:t>sNFS: Kernel-Level Foundation for Partial </a:t>
            </a:r>
            <a:endParaRPr b="0" lang="en-US" sz="6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23222160" y="2874960"/>
            <a:ext cx="1451880" cy="1937880"/>
          </a:xfrm>
          <a:custGeom>
            <a:avLst/>
            <a:gdLst>
              <a:gd name="textAreaLeft" fmla="*/ 0 w 1451880"/>
              <a:gd name="textAreaRight" fmla="*/ 1452240 w 1451880"/>
              <a:gd name="textAreaTop" fmla="*/ 0 h 1937880"/>
              <a:gd name="textAreaBottom" fmla="*/ 1938240 h 1937880"/>
            </a:gdLst>
            <a:ahLst/>
            <a:rect l="textAreaLeft" t="textAreaTop" r="textAreaRight" b="textAreaBottom"/>
            <a:pathLst>
              <a:path fill="none" w="4034" h="5384">
                <a:moveTo>
                  <a:pt x="3581" y="995"/>
                </a:moveTo>
                <a:lnTo>
                  <a:pt x="4034" y="193"/>
                </a:lnTo>
                <a:cubicBezTo>
                  <a:pt x="1103" y="-899"/>
                  <a:pt x="-1318" y="2890"/>
                  <a:pt x="807" y="5384"/>
                </a:cubicBezTo>
                <a:lnTo>
                  <a:pt x="1237" y="4832"/>
                </a:lnTo>
                <a:cubicBezTo>
                  <a:pt x="-291" y="2629"/>
                  <a:pt x="1742" y="266"/>
                  <a:pt x="3561" y="1014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 flipH="1">
            <a:off x="24084720" y="2904840"/>
            <a:ext cx="19080" cy="29628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24093360" y="2885040"/>
            <a:ext cx="20520" cy="22320"/>
          </a:xfrm>
          <a:custGeom>
            <a:avLst/>
            <a:gdLst>
              <a:gd name="textAreaLeft" fmla="*/ 0 w 20520"/>
              <a:gd name="textAreaRight" fmla="*/ 20880 w 2052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8" h="63">
                <a:moveTo>
                  <a:pt x="0" y="59"/>
                </a:moveTo>
                <a:lnTo>
                  <a:pt x="56" y="63"/>
                </a:lnTo>
                <a:lnTo>
                  <a:pt x="58" y="33"/>
                </a:lnTo>
                <a:lnTo>
                  <a:pt x="56" y="21"/>
                </a:lnTo>
                <a:lnTo>
                  <a:pt x="53" y="11"/>
                </a:lnTo>
                <a:lnTo>
                  <a:pt x="44" y="3"/>
                </a:lnTo>
                <a:lnTo>
                  <a:pt x="32" y="0"/>
                </a:lnTo>
                <a:lnTo>
                  <a:pt x="20" y="2"/>
                </a:lnTo>
                <a:lnTo>
                  <a:pt x="11" y="7"/>
                </a:lnTo>
                <a:lnTo>
                  <a:pt x="5" y="17"/>
                </a:lnTo>
                <a:lnTo>
                  <a:pt x="2" y="29"/>
                </a:lnTo>
                <a:lnTo>
                  <a:pt x="0" y="5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23906160" y="294300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3" y="65"/>
                </a:moveTo>
                <a:lnTo>
                  <a:pt x="59" y="57"/>
                </a:lnTo>
                <a:lnTo>
                  <a:pt x="56" y="26"/>
                </a:lnTo>
                <a:lnTo>
                  <a:pt x="53" y="15"/>
                </a:lnTo>
                <a:lnTo>
                  <a:pt x="45" y="6"/>
                </a:lnTo>
                <a:lnTo>
                  <a:pt x="36" y="1"/>
                </a:lnTo>
                <a:lnTo>
                  <a:pt x="23" y="0"/>
                </a:lnTo>
                <a:lnTo>
                  <a:pt x="14" y="4"/>
                </a:lnTo>
                <a:lnTo>
                  <a:pt x="6" y="11"/>
                </a:lnTo>
                <a:lnTo>
                  <a:pt x="0" y="22"/>
                </a:lnTo>
                <a:lnTo>
                  <a:pt x="0" y="33"/>
                </a:lnTo>
                <a:lnTo>
                  <a:pt x="3" y="6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 flipH="1">
            <a:off x="24221880" y="2883960"/>
            <a:ext cx="71280" cy="2977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24283080" y="2864520"/>
            <a:ext cx="21960" cy="23760"/>
          </a:xfrm>
          <a:custGeom>
            <a:avLst/>
            <a:gdLst>
              <a:gd name="textAreaLeft" fmla="*/ 0 w 21960"/>
              <a:gd name="textAreaRight" fmla="*/ 22320 w 2196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2" h="67">
                <a:moveTo>
                  <a:pt x="0" y="52"/>
                </a:moveTo>
                <a:lnTo>
                  <a:pt x="54" y="67"/>
                </a:lnTo>
                <a:lnTo>
                  <a:pt x="62" y="38"/>
                </a:lnTo>
                <a:lnTo>
                  <a:pt x="62" y="26"/>
                </a:lnTo>
                <a:lnTo>
                  <a:pt x="60" y="15"/>
                </a:lnTo>
                <a:lnTo>
                  <a:pt x="51" y="6"/>
                </a:lnTo>
                <a:lnTo>
                  <a:pt x="41" y="1"/>
                </a:lnTo>
                <a:lnTo>
                  <a:pt x="30" y="0"/>
                </a:lnTo>
                <a:lnTo>
                  <a:pt x="18" y="4"/>
                </a:lnTo>
                <a:lnTo>
                  <a:pt x="12" y="12"/>
                </a:lnTo>
                <a:lnTo>
                  <a:pt x="7" y="23"/>
                </a:lnTo>
                <a:lnTo>
                  <a:pt x="0" y="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3917320" y="2962800"/>
            <a:ext cx="36000" cy="2847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24000840" y="2977200"/>
            <a:ext cx="20520" cy="21960"/>
          </a:xfrm>
          <a:custGeom>
            <a:avLst/>
            <a:gdLst>
              <a:gd name="textAreaLeft" fmla="*/ 0 w 20520"/>
              <a:gd name="textAreaRight" fmla="*/ 20880 w 2052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8" h="62">
                <a:moveTo>
                  <a:pt x="2" y="62"/>
                </a:moveTo>
                <a:lnTo>
                  <a:pt x="58" y="60"/>
                </a:lnTo>
                <a:lnTo>
                  <a:pt x="58" y="28"/>
                </a:lnTo>
                <a:lnTo>
                  <a:pt x="56" y="17"/>
                </a:lnTo>
                <a:lnTo>
                  <a:pt x="48" y="8"/>
                </a:lnTo>
                <a:lnTo>
                  <a:pt x="37" y="1"/>
                </a:lnTo>
                <a:lnTo>
                  <a:pt x="28" y="0"/>
                </a:lnTo>
                <a:lnTo>
                  <a:pt x="17" y="2"/>
                </a:lnTo>
                <a:lnTo>
                  <a:pt x="8" y="9"/>
                </a:lnTo>
                <a:lnTo>
                  <a:pt x="3" y="19"/>
                </a:lnTo>
                <a:lnTo>
                  <a:pt x="0" y="30"/>
                </a:lnTo>
                <a:lnTo>
                  <a:pt x="2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4011280" y="2997000"/>
            <a:ext cx="7560" cy="2239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 flipH="1">
            <a:off x="24158520" y="2965680"/>
            <a:ext cx="32760" cy="22140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9" name=""/>
          <p:cNvSpPr/>
          <p:nvPr/>
        </p:nvSpPr>
        <p:spPr>
          <a:xfrm>
            <a:off x="24180480" y="294588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0" y="56"/>
                </a:moveTo>
                <a:lnTo>
                  <a:pt x="56" y="65"/>
                </a:lnTo>
                <a:lnTo>
                  <a:pt x="59" y="34"/>
                </a:lnTo>
                <a:lnTo>
                  <a:pt x="59" y="22"/>
                </a:lnTo>
                <a:lnTo>
                  <a:pt x="56" y="12"/>
                </a:lnTo>
                <a:lnTo>
                  <a:pt x="47" y="4"/>
                </a:lnTo>
                <a:lnTo>
                  <a:pt x="36" y="0"/>
                </a:lnTo>
                <a:lnTo>
                  <a:pt x="23" y="1"/>
                </a:lnTo>
                <a:lnTo>
                  <a:pt x="15" y="6"/>
                </a:lnTo>
                <a:lnTo>
                  <a:pt x="8" y="14"/>
                </a:lnTo>
                <a:lnTo>
                  <a:pt x="3" y="25"/>
                </a:lnTo>
                <a:lnTo>
                  <a:pt x="0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24296760" y="2960640"/>
            <a:ext cx="64800" cy="2221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>
            <a:off x="24350760" y="294120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0" y="51"/>
                </a:moveTo>
                <a:lnTo>
                  <a:pt x="56" y="69"/>
                </a:lnTo>
                <a:lnTo>
                  <a:pt x="65" y="39"/>
                </a:lnTo>
                <a:lnTo>
                  <a:pt x="65" y="27"/>
                </a:lnTo>
                <a:lnTo>
                  <a:pt x="62" y="16"/>
                </a:lnTo>
                <a:lnTo>
                  <a:pt x="56" y="7"/>
                </a:lnTo>
                <a:lnTo>
                  <a:pt x="44" y="1"/>
                </a:lnTo>
                <a:lnTo>
                  <a:pt x="35" y="0"/>
                </a:lnTo>
                <a:lnTo>
                  <a:pt x="24" y="3"/>
                </a:lnTo>
                <a:lnTo>
                  <a:pt x="15" y="10"/>
                </a:lnTo>
                <a:lnTo>
                  <a:pt x="9" y="21"/>
                </a:lnTo>
                <a:lnTo>
                  <a:pt x="0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24366600" y="2900880"/>
            <a:ext cx="116640" cy="29088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>
            <a:off x="24472440" y="288180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0" y="47"/>
                </a:moveTo>
                <a:lnTo>
                  <a:pt x="53" y="71"/>
                </a:lnTo>
                <a:lnTo>
                  <a:pt x="65" y="44"/>
                </a:lnTo>
                <a:lnTo>
                  <a:pt x="68" y="31"/>
                </a:lnTo>
                <a:lnTo>
                  <a:pt x="65" y="20"/>
                </a:lnTo>
                <a:lnTo>
                  <a:pt x="59" y="9"/>
                </a:lnTo>
                <a:lnTo>
                  <a:pt x="50" y="3"/>
                </a:lnTo>
                <a:lnTo>
                  <a:pt x="39" y="0"/>
                </a:lnTo>
                <a:lnTo>
                  <a:pt x="26" y="2"/>
                </a:lnTo>
                <a:lnTo>
                  <a:pt x="17" y="9"/>
                </a:lnTo>
                <a:lnTo>
                  <a:pt x="12" y="19"/>
                </a:lnTo>
                <a:lnTo>
                  <a:pt x="0" y="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3738760" y="303300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12" y="69"/>
                </a:moveTo>
                <a:lnTo>
                  <a:pt x="65" y="48"/>
                </a:lnTo>
                <a:lnTo>
                  <a:pt x="56" y="20"/>
                </a:lnTo>
                <a:lnTo>
                  <a:pt x="50" y="10"/>
                </a:lnTo>
                <a:lnTo>
                  <a:pt x="42" y="3"/>
                </a:lnTo>
                <a:lnTo>
                  <a:pt x="30" y="0"/>
                </a:lnTo>
                <a:lnTo>
                  <a:pt x="21" y="2"/>
                </a:lnTo>
                <a:lnTo>
                  <a:pt x="9" y="7"/>
                </a:lnTo>
                <a:lnTo>
                  <a:pt x="3" y="17"/>
                </a:lnTo>
                <a:lnTo>
                  <a:pt x="0" y="28"/>
                </a:lnTo>
                <a:lnTo>
                  <a:pt x="0" y="39"/>
                </a:lnTo>
                <a:lnTo>
                  <a:pt x="12" y="6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3751360" y="3052440"/>
            <a:ext cx="83520" cy="2635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23833440" y="3053160"/>
            <a:ext cx="21960" cy="23760"/>
          </a:xfrm>
          <a:custGeom>
            <a:avLst/>
            <a:gdLst>
              <a:gd name="textAreaLeft" fmla="*/ 0 w 21960"/>
              <a:gd name="textAreaRight" fmla="*/ 22320 w 2196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2" h="67">
                <a:moveTo>
                  <a:pt x="7" y="67"/>
                </a:moveTo>
                <a:lnTo>
                  <a:pt x="62" y="52"/>
                </a:lnTo>
                <a:lnTo>
                  <a:pt x="56" y="23"/>
                </a:lnTo>
                <a:lnTo>
                  <a:pt x="50" y="13"/>
                </a:lnTo>
                <a:lnTo>
                  <a:pt x="42" y="5"/>
                </a:lnTo>
                <a:lnTo>
                  <a:pt x="33" y="0"/>
                </a:lnTo>
                <a:lnTo>
                  <a:pt x="21" y="0"/>
                </a:lnTo>
                <a:lnTo>
                  <a:pt x="13" y="6"/>
                </a:lnTo>
                <a:lnTo>
                  <a:pt x="3" y="15"/>
                </a:lnTo>
                <a:lnTo>
                  <a:pt x="0" y="26"/>
                </a:lnTo>
                <a:lnTo>
                  <a:pt x="0" y="37"/>
                </a:lnTo>
                <a:lnTo>
                  <a:pt x="7" y="6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3844960" y="3072600"/>
            <a:ext cx="46800" cy="2073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24431040" y="2981520"/>
            <a:ext cx="109440" cy="22500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24530400" y="2962800"/>
            <a:ext cx="23040" cy="25560"/>
          </a:xfrm>
          <a:custGeom>
            <a:avLst/>
            <a:gdLst>
              <a:gd name="textAreaLeft" fmla="*/ 0 w 23040"/>
              <a:gd name="textAreaRight" fmla="*/ 23400 w 2304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5" h="72">
                <a:moveTo>
                  <a:pt x="0" y="43"/>
                </a:moveTo>
                <a:lnTo>
                  <a:pt x="50" y="72"/>
                </a:lnTo>
                <a:lnTo>
                  <a:pt x="62" y="44"/>
                </a:lnTo>
                <a:lnTo>
                  <a:pt x="65" y="32"/>
                </a:lnTo>
                <a:lnTo>
                  <a:pt x="65" y="21"/>
                </a:lnTo>
                <a:lnTo>
                  <a:pt x="60" y="10"/>
                </a:lnTo>
                <a:lnTo>
                  <a:pt x="50" y="3"/>
                </a:lnTo>
                <a:lnTo>
                  <a:pt x="38" y="0"/>
                </a:lnTo>
                <a:lnTo>
                  <a:pt x="29" y="1"/>
                </a:lnTo>
                <a:lnTo>
                  <a:pt x="18" y="7"/>
                </a:lnTo>
                <a:lnTo>
                  <a:pt x="12" y="16"/>
                </a:lnTo>
                <a:lnTo>
                  <a:pt x="0" y="4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3585040" y="315576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20" y="72"/>
                </a:moveTo>
                <a:lnTo>
                  <a:pt x="68" y="42"/>
                </a:lnTo>
                <a:lnTo>
                  <a:pt x="52" y="15"/>
                </a:lnTo>
                <a:lnTo>
                  <a:pt x="46" y="7"/>
                </a:lnTo>
                <a:lnTo>
                  <a:pt x="37" y="1"/>
                </a:lnTo>
                <a:lnTo>
                  <a:pt x="26" y="0"/>
                </a:lnTo>
                <a:lnTo>
                  <a:pt x="15" y="5"/>
                </a:lnTo>
                <a:lnTo>
                  <a:pt x="8" y="12"/>
                </a:lnTo>
                <a:lnTo>
                  <a:pt x="3" y="23"/>
                </a:lnTo>
                <a:lnTo>
                  <a:pt x="0" y="35"/>
                </a:lnTo>
                <a:lnTo>
                  <a:pt x="6" y="46"/>
                </a:lnTo>
                <a:lnTo>
                  <a:pt x="2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3682600" y="315072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14" y="71"/>
                </a:moveTo>
                <a:lnTo>
                  <a:pt x="65" y="45"/>
                </a:lnTo>
                <a:lnTo>
                  <a:pt x="54" y="18"/>
                </a:lnTo>
                <a:lnTo>
                  <a:pt x="48" y="8"/>
                </a:lnTo>
                <a:lnTo>
                  <a:pt x="38" y="2"/>
                </a:lnTo>
                <a:lnTo>
                  <a:pt x="26" y="0"/>
                </a:lnTo>
                <a:lnTo>
                  <a:pt x="17" y="2"/>
                </a:lnTo>
                <a:lnTo>
                  <a:pt x="6" y="9"/>
                </a:lnTo>
                <a:lnTo>
                  <a:pt x="1" y="19"/>
                </a:lnTo>
                <a:lnTo>
                  <a:pt x="0" y="30"/>
                </a:lnTo>
                <a:lnTo>
                  <a:pt x="3" y="41"/>
                </a:lnTo>
                <a:lnTo>
                  <a:pt x="14" y="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3599800" y="3174120"/>
            <a:ext cx="126000" cy="2325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23696280" y="3169800"/>
            <a:ext cx="78480" cy="19260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24688800" y="3156840"/>
            <a:ext cx="22680" cy="24480"/>
          </a:xfrm>
          <a:custGeom>
            <a:avLst/>
            <a:gdLst>
              <a:gd name="textAreaLeft" fmla="*/ 0 w 22680"/>
              <a:gd name="textAreaRight" fmla="*/ 23040 w 2268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4" h="69">
                <a:moveTo>
                  <a:pt x="11" y="69"/>
                </a:moveTo>
                <a:lnTo>
                  <a:pt x="64" y="50"/>
                </a:lnTo>
                <a:lnTo>
                  <a:pt x="54" y="20"/>
                </a:lnTo>
                <a:lnTo>
                  <a:pt x="49" y="10"/>
                </a:lnTo>
                <a:lnTo>
                  <a:pt x="40" y="3"/>
                </a:lnTo>
                <a:lnTo>
                  <a:pt x="28" y="0"/>
                </a:lnTo>
                <a:lnTo>
                  <a:pt x="19" y="1"/>
                </a:lnTo>
                <a:lnTo>
                  <a:pt x="8" y="7"/>
                </a:lnTo>
                <a:lnTo>
                  <a:pt x="2" y="16"/>
                </a:lnTo>
                <a:lnTo>
                  <a:pt x="0" y="28"/>
                </a:lnTo>
                <a:lnTo>
                  <a:pt x="2" y="40"/>
                </a:lnTo>
                <a:lnTo>
                  <a:pt x="11" y="6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4008040" y="3218400"/>
            <a:ext cx="20880" cy="21960"/>
          </a:xfrm>
          <a:custGeom>
            <a:avLst/>
            <a:gdLst>
              <a:gd name="textAreaLeft" fmla="*/ 0 w 20880"/>
              <a:gd name="textAreaRight" fmla="*/ 21240 w 2088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9" h="62">
                <a:moveTo>
                  <a:pt x="59" y="0"/>
                </a:moveTo>
                <a:lnTo>
                  <a:pt x="0" y="2"/>
                </a:lnTo>
                <a:lnTo>
                  <a:pt x="2" y="34"/>
                </a:lnTo>
                <a:lnTo>
                  <a:pt x="3" y="45"/>
                </a:lnTo>
                <a:lnTo>
                  <a:pt x="11" y="54"/>
                </a:lnTo>
                <a:lnTo>
                  <a:pt x="20" y="61"/>
                </a:lnTo>
                <a:lnTo>
                  <a:pt x="32" y="62"/>
                </a:lnTo>
                <a:lnTo>
                  <a:pt x="41" y="60"/>
                </a:lnTo>
                <a:lnTo>
                  <a:pt x="50" y="53"/>
                </a:lnTo>
                <a:lnTo>
                  <a:pt x="56" y="43"/>
                </a:lnTo>
                <a:lnTo>
                  <a:pt x="59" y="32"/>
                </a:lnTo>
                <a:lnTo>
                  <a:pt x="5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4074280" y="3198240"/>
            <a:ext cx="20160" cy="22320"/>
          </a:xfrm>
          <a:custGeom>
            <a:avLst/>
            <a:gdLst>
              <a:gd name="textAreaLeft" fmla="*/ 0 w 20160"/>
              <a:gd name="textAreaRight" fmla="*/ 20520 w 2016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7" h="63">
                <a:moveTo>
                  <a:pt x="57" y="4"/>
                </a:moveTo>
                <a:lnTo>
                  <a:pt x="1" y="0"/>
                </a:lnTo>
                <a:lnTo>
                  <a:pt x="0" y="31"/>
                </a:lnTo>
                <a:lnTo>
                  <a:pt x="1" y="42"/>
                </a:lnTo>
                <a:lnTo>
                  <a:pt x="6" y="52"/>
                </a:lnTo>
                <a:lnTo>
                  <a:pt x="15" y="60"/>
                </a:lnTo>
                <a:lnTo>
                  <a:pt x="25" y="63"/>
                </a:lnTo>
                <a:lnTo>
                  <a:pt x="36" y="62"/>
                </a:lnTo>
                <a:lnTo>
                  <a:pt x="48" y="56"/>
                </a:lnTo>
                <a:lnTo>
                  <a:pt x="54" y="46"/>
                </a:lnTo>
                <a:lnTo>
                  <a:pt x="57" y="35"/>
                </a:lnTo>
                <a:lnTo>
                  <a:pt x="57" y="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4147360" y="3183120"/>
            <a:ext cx="21600" cy="23040"/>
          </a:xfrm>
          <a:custGeom>
            <a:avLst/>
            <a:gdLst>
              <a:gd name="textAreaLeft" fmla="*/ 0 w 21600"/>
              <a:gd name="textAreaRight" fmla="*/ 21960 w 2160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61" h="65">
                <a:moveTo>
                  <a:pt x="61" y="9"/>
                </a:moveTo>
                <a:lnTo>
                  <a:pt x="5" y="0"/>
                </a:lnTo>
                <a:lnTo>
                  <a:pt x="0" y="32"/>
                </a:lnTo>
                <a:lnTo>
                  <a:pt x="2" y="43"/>
                </a:lnTo>
                <a:lnTo>
                  <a:pt x="5" y="54"/>
                </a:lnTo>
                <a:lnTo>
                  <a:pt x="14" y="61"/>
                </a:lnTo>
                <a:lnTo>
                  <a:pt x="25" y="65"/>
                </a:lnTo>
                <a:lnTo>
                  <a:pt x="36" y="65"/>
                </a:lnTo>
                <a:lnTo>
                  <a:pt x="47" y="60"/>
                </a:lnTo>
                <a:lnTo>
                  <a:pt x="53" y="51"/>
                </a:lnTo>
                <a:lnTo>
                  <a:pt x="56" y="41"/>
                </a:lnTo>
                <a:lnTo>
                  <a:pt x="61" y="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4209640" y="3176640"/>
            <a:ext cx="21960" cy="24120"/>
          </a:xfrm>
          <a:custGeom>
            <a:avLst/>
            <a:gdLst>
              <a:gd name="textAreaLeft" fmla="*/ 0 w 21960"/>
              <a:gd name="textAreaRight" fmla="*/ 22320 w 2196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2" h="68">
                <a:moveTo>
                  <a:pt x="62" y="15"/>
                </a:moveTo>
                <a:lnTo>
                  <a:pt x="9" y="0"/>
                </a:lnTo>
                <a:lnTo>
                  <a:pt x="0" y="29"/>
                </a:lnTo>
                <a:lnTo>
                  <a:pt x="0" y="41"/>
                </a:lnTo>
                <a:lnTo>
                  <a:pt x="3" y="52"/>
                </a:lnTo>
                <a:lnTo>
                  <a:pt x="12" y="62"/>
                </a:lnTo>
                <a:lnTo>
                  <a:pt x="21" y="67"/>
                </a:lnTo>
                <a:lnTo>
                  <a:pt x="33" y="68"/>
                </a:lnTo>
                <a:lnTo>
                  <a:pt x="42" y="64"/>
                </a:lnTo>
                <a:lnTo>
                  <a:pt x="50" y="56"/>
                </a:lnTo>
                <a:lnTo>
                  <a:pt x="56" y="44"/>
                </a:lnTo>
                <a:lnTo>
                  <a:pt x="62" y="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4284520" y="3177360"/>
            <a:ext cx="21960" cy="24480"/>
          </a:xfrm>
          <a:custGeom>
            <a:avLst/>
            <a:gdLst>
              <a:gd name="textAreaLeft" fmla="*/ 0 w 21960"/>
              <a:gd name="textAreaRight" fmla="*/ 22320 w 2196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2" h="69">
                <a:moveTo>
                  <a:pt x="62" y="18"/>
                </a:moveTo>
                <a:lnTo>
                  <a:pt x="8" y="0"/>
                </a:lnTo>
                <a:lnTo>
                  <a:pt x="0" y="28"/>
                </a:lnTo>
                <a:lnTo>
                  <a:pt x="0" y="40"/>
                </a:lnTo>
                <a:lnTo>
                  <a:pt x="3" y="53"/>
                </a:lnTo>
                <a:lnTo>
                  <a:pt x="8" y="62"/>
                </a:lnTo>
                <a:lnTo>
                  <a:pt x="19" y="68"/>
                </a:lnTo>
                <a:lnTo>
                  <a:pt x="29" y="69"/>
                </a:lnTo>
                <a:lnTo>
                  <a:pt x="41" y="66"/>
                </a:lnTo>
                <a:lnTo>
                  <a:pt x="50" y="58"/>
                </a:lnTo>
                <a:lnTo>
                  <a:pt x="56" y="46"/>
                </a:lnTo>
                <a:lnTo>
                  <a:pt x="62" y="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4352920" y="318528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68" y="26"/>
                </a:moveTo>
                <a:lnTo>
                  <a:pt x="15" y="0"/>
                </a:lnTo>
                <a:lnTo>
                  <a:pt x="3" y="29"/>
                </a:lnTo>
                <a:lnTo>
                  <a:pt x="0" y="41"/>
                </a:lnTo>
                <a:lnTo>
                  <a:pt x="3" y="52"/>
                </a:lnTo>
                <a:lnTo>
                  <a:pt x="9" y="62"/>
                </a:lnTo>
                <a:lnTo>
                  <a:pt x="18" y="68"/>
                </a:lnTo>
                <a:lnTo>
                  <a:pt x="29" y="71"/>
                </a:lnTo>
                <a:lnTo>
                  <a:pt x="39" y="69"/>
                </a:lnTo>
                <a:lnTo>
                  <a:pt x="50" y="62"/>
                </a:lnTo>
                <a:lnTo>
                  <a:pt x="56" y="53"/>
                </a:lnTo>
                <a:lnTo>
                  <a:pt x="68" y="2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4417360" y="319968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68" y="28"/>
                </a:moveTo>
                <a:lnTo>
                  <a:pt x="15" y="0"/>
                </a:lnTo>
                <a:lnTo>
                  <a:pt x="3" y="28"/>
                </a:lnTo>
                <a:lnTo>
                  <a:pt x="0" y="40"/>
                </a:lnTo>
                <a:lnTo>
                  <a:pt x="0" y="51"/>
                </a:lnTo>
                <a:lnTo>
                  <a:pt x="6" y="61"/>
                </a:lnTo>
                <a:lnTo>
                  <a:pt x="15" y="69"/>
                </a:lnTo>
                <a:lnTo>
                  <a:pt x="26" y="72"/>
                </a:lnTo>
                <a:lnTo>
                  <a:pt x="38" y="70"/>
                </a:lnTo>
                <a:lnTo>
                  <a:pt x="46" y="65"/>
                </a:lnTo>
                <a:lnTo>
                  <a:pt x="52" y="56"/>
                </a:lnTo>
                <a:lnTo>
                  <a:pt x="68" y="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3731560" y="3242880"/>
            <a:ext cx="983160" cy="1305720"/>
          </a:xfrm>
          <a:custGeom>
            <a:avLst/>
            <a:gdLst>
              <a:gd name="textAreaLeft" fmla="*/ 0 w 983160"/>
              <a:gd name="textAreaRight" fmla="*/ 983520 w 983160"/>
              <a:gd name="textAreaTop" fmla="*/ 0 h 1305720"/>
              <a:gd name="textAreaBottom" fmla="*/ 1306080 h 1305720"/>
            </a:gdLst>
            <a:ahLst/>
            <a:rect l="textAreaLeft" t="textAreaTop" r="textAreaRight" b="textAreaBottom"/>
            <a:pathLst>
              <a:path fill="none" w="2732" h="3628">
                <a:moveTo>
                  <a:pt x="2732" y="0"/>
                </a:moveTo>
                <a:cubicBezTo>
                  <a:pt x="1644" y="1009"/>
                  <a:pt x="1141" y="2870"/>
                  <a:pt x="0" y="3628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3942520" y="324432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56" y="0"/>
                </a:moveTo>
                <a:lnTo>
                  <a:pt x="0" y="7"/>
                </a:lnTo>
                <a:lnTo>
                  <a:pt x="3" y="39"/>
                </a:lnTo>
                <a:lnTo>
                  <a:pt x="8" y="50"/>
                </a:lnTo>
                <a:lnTo>
                  <a:pt x="15" y="58"/>
                </a:lnTo>
                <a:lnTo>
                  <a:pt x="23" y="64"/>
                </a:lnTo>
                <a:lnTo>
                  <a:pt x="35" y="64"/>
                </a:lnTo>
                <a:lnTo>
                  <a:pt x="46" y="61"/>
                </a:lnTo>
                <a:lnTo>
                  <a:pt x="56" y="53"/>
                </a:lnTo>
                <a:lnTo>
                  <a:pt x="59" y="42"/>
                </a:lnTo>
                <a:lnTo>
                  <a:pt x="59" y="31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24491160" y="3227400"/>
            <a:ext cx="23040" cy="24840"/>
          </a:xfrm>
          <a:custGeom>
            <a:avLst/>
            <a:gdLst>
              <a:gd name="textAreaLeft" fmla="*/ 0 w 23040"/>
              <a:gd name="textAreaRight" fmla="*/ 23400 w 2304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5" h="70">
                <a:moveTo>
                  <a:pt x="20" y="0"/>
                </a:moveTo>
                <a:lnTo>
                  <a:pt x="0" y="57"/>
                </a:lnTo>
                <a:lnTo>
                  <a:pt x="26" y="68"/>
                </a:lnTo>
                <a:lnTo>
                  <a:pt x="38" y="70"/>
                </a:lnTo>
                <a:lnTo>
                  <a:pt x="50" y="67"/>
                </a:lnTo>
                <a:lnTo>
                  <a:pt x="59" y="60"/>
                </a:lnTo>
                <a:lnTo>
                  <a:pt x="65" y="51"/>
                </a:lnTo>
                <a:lnTo>
                  <a:pt x="65" y="37"/>
                </a:lnTo>
                <a:lnTo>
                  <a:pt x="65" y="26"/>
                </a:lnTo>
                <a:lnTo>
                  <a:pt x="59" y="16"/>
                </a:lnTo>
                <a:lnTo>
                  <a:pt x="48" y="10"/>
                </a:lnTo>
                <a:lnTo>
                  <a:pt x="2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4494400" y="3226320"/>
            <a:ext cx="23760" cy="25560"/>
          </a:xfrm>
          <a:custGeom>
            <a:avLst/>
            <a:gdLst>
              <a:gd name="textAreaLeft" fmla="*/ 0 w 23760"/>
              <a:gd name="textAreaRight" fmla="*/ 24120 w 2376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7" h="72">
                <a:moveTo>
                  <a:pt x="67" y="32"/>
                </a:moveTo>
                <a:lnTo>
                  <a:pt x="17" y="0"/>
                </a:lnTo>
                <a:lnTo>
                  <a:pt x="5" y="27"/>
                </a:lnTo>
                <a:lnTo>
                  <a:pt x="0" y="37"/>
                </a:lnTo>
                <a:lnTo>
                  <a:pt x="2" y="50"/>
                </a:lnTo>
                <a:lnTo>
                  <a:pt x="6" y="61"/>
                </a:lnTo>
                <a:lnTo>
                  <a:pt x="14" y="68"/>
                </a:lnTo>
                <a:lnTo>
                  <a:pt x="25" y="72"/>
                </a:lnTo>
                <a:lnTo>
                  <a:pt x="34" y="72"/>
                </a:lnTo>
                <a:lnTo>
                  <a:pt x="47" y="67"/>
                </a:lnTo>
                <a:lnTo>
                  <a:pt x="53" y="58"/>
                </a:lnTo>
                <a:lnTo>
                  <a:pt x="67" y="3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3546520" y="3265920"/>
            <a:ext cx="993960" cy="1540440"/>
          </a:xfrm>
          <a:custGeom>
            <a:avLst/>
            <a:gdLst>
              <a:gd name="textAreaLeft" fmla="*/ 0 w 993960"/>
              <a:gd name="textAreaRight" fmla="*/ 994320 w 993960"/>
              <a:gd name="textAreaTop" fmla="*/ 0 h 1540440"/>
              <a:gd name="textAreaBottom" fmla="*/ 1540800 h 1540440"/>
            </a:gdLst>
            <a:ahLst/>
            <a:rect l="textAreaLeft" t="textAreaTop" r="textAreaRight" b="textAreaBottom"/>
            <a:pathLst>
              <a:path fill="none" w="2762" h="4280">
                <a:moveTo>
                  <a:pt x="2762" y="148"/>
                </a:moveTo>
                <a:cubicBezTo>
                  <a:pt x="1072" y="-463"/>
                  <a:pt x="-45" y="938"/>
                  <a:pt x="1" y="2227"/>
                </a:cubicBezTo>
                <a:cubicBezTo>
                  <a:pt x="48" y="3514"/>
                  <a:pt x="824" y="3596"/>
                  <a:pt x="758" y="428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23698080" y="3173400"/>
            <a:ext cx="993600" cy="1326960"/>
          </a:xfrm>
          <a:custGeom>
            <a:avLst/>
            <a:gdLst>
              <a:gd name="textAreaLeft" fmla="*/ 0 w 993600"/>
              <a:gd name="textAreaRight" fmla="*/ 993960 w 993600"/>
              <a:gd name="textAreaTop" fmla="*/ 0 h 1326960"/>
              <a:gd name="textAreaBottom" fmla="*/ 1327320 h 1326960"/>
            </a:gdLst>
            <a:ahLst/>
            <a:rect l="textAreaLeft" t="textAreaTop" r="textAreaRight" b="textAreaBottom"/>
            <a:pathLst>
              <a:path fill="none" w="2761" h="3687">
                <a:moveTo>
                  <a:pt x="2761" y="0"/>
                </a:moveTo>
                <a:cubicBezTo>
                  <a:pt x="1678" y="941"/>
                  <a:pt x="1204" y="2693"/>
                  <a:pt x="0" y="368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4684480" y="315684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0" y="25"/>
                </a:moveTo>
                <a:lnTo>
                  <a:pt x="36" y="73"/>
                </a:lnTo>
                <a:lnTo>
                  <a:pt x="59" y="54"/>
                </a:lnTo>
                <a:lnTo>
                  <a:pt x="64" y="44"/>
                </a:lnTo>
                <a:lnTo>
                  <a:pt x="68" y="33"/>
                </a:lnTo>
                <a:lnTo>
                  <a:pt x="67" y="21"/>
                </a:lnTo>
                <a:lnTo>
                  <a:pt x="62" y="11"/>
                </a:lnTo>
                <a:lnTo>
                  <a:pt x="53" y="3"/>
                </a:lnTo>
                <a:lnTo>
                  <a:pt x="44" y="0"/>
                </a:lnTo>
                <a:lnTo>
                  <a:pt x="33" y="1"/>
                </a:lnTo>
                <a:lnTo>
                  <a:pt x="21" y="6"/>
                </a:lnTo>
                <a:lnTo>
                  <a:pt x="0" y="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24701040" y="3176280"/>
            <a:ext cx="91800" cy="2865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>
            <a:off x="24706440" y="3226320"/>
            <a:ext cx="24840" cy="25920"/>
          </a:xfrm>
          <a:custGeom>
            <a:avLst/>
            <a:gdLst>
              <a:gd name="textAreaLeft" fmla="*/ 0 w 24840"/>
              <a:gd name="textAreaRight" fmla="*/ 25200 w 2484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70" h="73">
                <a:moveTo>
                  <a:pt x="0" y="28"/>
                </a:moveTo>
                <a:lnTo>
                  <a:pt x="37" y="73"/>
                </a:lnTo>
                <a:lnTo>
                  <a:pt x="57" y="54"/>
                </a:lnTo>
                <a:lnTo>
                  <a:pt x="65" y="45"/>
                </a:lnTo>
                <a:lnTo>
                  <a:pt x="70" y="33"/>
                </a:lnTo>
                <a:lnTo>
                  <a:pt x="67" y="22"/>
                </a:lnTo>
                <a:lnTo>
                  <a:pt x="60" y="11"/>
                </a:lnTo>
                <a:lnTo>
                  <a:pt x="52" y="4"/>
                </a:lnTo>
                <a:lnTo>
                  <a:pt x="43" y="0"/>
                </a:lnTo>
                <a:lnTo>
                  <a:pt x="31" y="1"/>
                </a:lnTo>
                <a:lnTo>
                  <a:pt x="23" y="8"/>
                </a:lnTo>
                <a:lnTo>
                  <a:pt x="0" y="2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3881320" y="3275280"/>
            <a:ext cx="21600" cy="23760"/>
          </a:xfrm>
          <a:custGeom>
            <a:avLst/>
            <a:gdLst>
              <a:gd name="textAreaLeft" fmla="*/ 0 w 21600"/>
              <a:gd name="textAreaRight" fmla="*/ 21960 w 2160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1" h="67">
                <a:moveTo>
                  <a:pt x="56" y="0"/>
                </a:moveTo>
                <a:lnTo>
                  <a:pt x="0" y="14"/>
                </a:lnTo>
                <a:lnTo>
                  <a:pt x="6" y="44"/>
                </a:lnTo>
                <a:lnTo>
                  <a:pt x="8" y="55"/>
                </a:lnTo>
                <a:lnTo>
                  <a:pt x="17" y="63"/>
                </a:lnTo>
                <a:lnTo>
                  <a:pt x="29" y="67"/>
                </a:lnTo>
                <a:lnTo>
                  <a:pt x="37" y="66"/>
                </a:lnTo>
                <a:lnTo>
                  <a:pt x="49" y="62"/>
                </a:lnTo>
                <a:lnTo>
                  <a:pt x="59" y="53"/>
                </a:lnTo>
                <a:lnTo>
                  <a:pt x="61" y="41"/>
                </a:lnTo>
                <a:lnTo>
                  <a:pt x="61" y="29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24087960" y="327240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3" y="64"/>
                </a:moveTo>
                <a:lnTo>
                  <a:pt x="59" y="58"/>
                </a:lnTo>
                <a:lnTo>
                  <a:pt x="56" y="28"/>
                </a:lnTo>
                <a:lnTo>
                  <a:pt x="53" y="17"/>
                </a:lnTo>
                <a:lnTo>
                  <a:pt x="46" y="7"/>
                </a:lnTo>
                <a:lnTo>
                  <a:pt x="38" y="1"/>
                </a:lnTo>
                <a:lnTo>
                  <a:pt x="26" y="0"/>
                </a:lnTo>
                <a:lnTo>
                  <a:pt x="15" y="3"/>
                </a:lnTo>
                <a:lnTo>
                  <a:pt x="6" y="10"/>
                </a:lnTo>
                <a:lnTo>
                  <a:pt x="0" y="21"/>
                </a:lnTo>
                <a:lnTo>
                  <a:pt x="0" y="33"/>
                </a:lnTo>
                <a:lnTo>
                  <a:pt x="3" y="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4367680" y="3259800"/>
            <a:ext cx="24840" cy="25920"/>
          </a:xfrm>
          <a:custGeom>
            <a:avLst/>
            <a:gdLst>
              <a:gd name="textAreaLeft" fmla="*/ 0 w 24840"/>
              <a:gd name="textAreaRight" fmla="*/ 25200 w 2484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70" h="73">
                <a:moveTo>
                  <a:pt x="70" y="36"/>
                </a:moveTo>
                <a:lnTo>
                  <a:pt x="23" y="0"/>
                </a:lnTo>
                <a:lnTo>
                  <a:pt x="5" y="24"/>
                </a:lnTo>
                <a:lnTo>
                  <a:pt x="2" y="34"/>
                </a:lnTo>
                <a:lnTo>
                  <a:pt x="0" y="46"/>
                </a:lnTo>
                <a:lnTo>
                  <a:pt x="5" y="58"/>
                </a:lnTo>
                <a:lnTo>
                  <a:pt x="11" y="67"/>
                </a:lnTo>
                <a:lnTo>
                  <a:pt x="23" y="73"/>
                </a:lnTo>
                <a:lnTo>
                  <a:pt x="32" y="73"/>
                </a:lnTo>
                <a:lnTo>
                  <a:pt x="44" y="69"/>
                </a:lnTo>
                <a:lnTo>
                  <a:pt x="53" y="61"/>
                </a:lnTo>
                <a:lnTo>
                  <a:pt x="70" y="3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24383160" y="3233880"/>
            <a:ext cx="112320" cy="33480"/>
          </a:xfrm>
          <a:custGeom>
            <a:avLst/>
            <a:gdLst>
              <a:gd name="textAreaLeft" fmla="*/ 0 w 112320"/>
              <a:gd name="textAreaRight" fmla="*/ 112680 w 112320"/>
              <a:gd name="textAreaTop" fmla="*/ 0 h 33480"/>
              <a:gd name="textAreaBottom" fmla="*/ 33840 h 33480"/>
            </a:gdLst>
            <a:ahLst/>
            <a:rect l="textAreaLeft" t="textAreaTop" r="textAreaRight" b="textAreaBottom"/>
            <a:pathLst>
              <a:path fill="none" w="313" h="94">
                <a:moveTo>
                  <a:pt x="313" y="14"/>
                </a:moveTo>
                <a:cubicBezTo>
                  <a:pt x="157" y="-15"/>
                  <a:pt x="72" y="-2"/>
                  <a:pt x="0" y="94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4492960" y="3228840"/>
            <a:ext cx="21240" cy="23040"/>
          </a:xfrm>
          <a:custGeom>
            <a:avLst/>
            <a:gdLst>
              <a:gd name="textAreaLeft" fmla="*/ 0 w 21240"/>
              <a:gd name="textAreaRight" fmla="*/ 21600 w 2124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60" h="65">
                <a:moveTo>
                  <a:pt x="10" y="0"/>
                </a:moveTo>
                <a:lnTo>
                  <a:pt x="0" y="60"/>
                </a:lnTo>
                <a:lnTo>
                  <a:pt x="28" y="65"/>
                </a:lnTo>
                <a:lnTo>
                  <a:pt x="39" y="65"/>
                </a:lnTo>
                <a:lnTo>
                  <a:pt x="51" y="60"/>
                </a:lnTo>
                <a:lnTo>
                  <a:pt x="57" y="52"/>
                </a:lnTo>
                <a:lnTo>
                  <a:pt x="60" y="41"/>
                </a:lnTo>
                <a:lnTo>
                  <a:pt x="60" y="29"/>
                </a:lnTo>
                <a:lnTo>
                  <a:pt x="57" y="18"/>
                </a:lnTo>
                <a:lnTo>
                  <a:pt x="48" y="10"/>
                </a:lnTo>
                <a:lnTo>
                  <a:pt x="37" y="5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23456160" y="3300840"/>
            <a:ext cx="25200" cy="25920"/>
          </a:xfrm>
          <a:custGeom>
            <a:avLst/>
            <a:gdLst>
              <a:gd name="textAreaLeft" fmla="*/ 0 w 25200"/>
              <a:gd name="textAreaRight" fmla="*/ 25560 w 2520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71" h="73">
                <a:moveTo>
                  <a:pt x="27" y="73"/>
                </a:moveTo>
                <a:lnTo>
                  <a:pt x="71" y="34"/>
                </a:lnTo>
                <a:lnTo>
                  <a:pt x="51" y="10"/>
                </a:lnTo>
                <a:lnTo>
                  <a:pt x="42" y="3"/>
                </a:lnTo>
                <a:lnTo>
                  <a:pt x="33" y="0"/>
                </a:lnTo>
                <a:lnTo>
                  <a:pt x="21" y="1"/>
                </a:lnTo>
                <a:lnTo>
                  <a:pt x="12" y="7"/>
                </a:lnTo>
                <a:lnTo>
                  <a:pt x="4" y="17"/>
                </a:lnTo>
                <a:lnTo>
                  <a:pt x="0" y="28"/>
                </a:lnTo>
                <a:lnTo>
                  <a:pt x="3" y="41"/>
                </a:lnTo>
                <a:lnTo>
                  <a:pt x="9" y="51"/>
                </a:lnTo>
                <a:lnTo>
                  <a:pt x="27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3548680" y="327816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23" y="73"/>
                </a:moveTo>
                <a:lnTo>
                  <a:pt x="68" y="38"/>
                </a:lnTo>
                <a:lnTo>
                  <a:pt x="53" y="13"/>
                </a:lnTo>
                <a:lnTo>
                  <a:pt x="44" y="5"/>
                </a:lnTo>
                <a:lnTo>
                  <a:pt x="33" y="0"/>
                </a:lnTo>
                <a:lnTo>
                  <a:pt x="23" y="1"/>
                </a:lnTo>
                <a:lnTo>
                  <a:pt x="12" y="7"/>
                </a:lnTo>
                <a:lnTo>
                  <a:pt x="5" y="15"/>
                </a:lnTo>
                <a:lnTo>
                  <a:pt x="0" y="26"/>
                </a:lnTo>
                <a:lnTo>
                  <a:pt x="0" y="39"/>
                </a:lnTo>
                <a:lnTo>
                  <a:pt x="6" y="49"/>
                </a:lnTo>
                <a:lnTo>
                  <a:pt x="23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23564160" y="3296520"/>
            <a:ext cx="111600" cy="1641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 flipH="1" flipV="1">
            <a:off x="24098400" y="3292200"/>
            <a:ext cx="10800" cy="11664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24650280" y="328428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0" y="58"/>
                </a:moveTo>
                <a:lnTo>
                  <a:pt x="56" y="65"/>
                </a:lnTo>
                <a:lnTo>
                  <a:pt x="59" y="33"/>
                </a:lnTo>
                <a:lnTo>
                  <a:pt x="58" y="22"/>
                </a:lnTo>
                <a:lnTo>
                  <a:pt x="52" y="11"/>
                </a:lnTo>
                <a:lnTo>
                  <a:pt x="43" y="4"/>
                </a:lnTo>
                <a:lnTo>
                  <a:pt x="34" y="0"/>
                </a:lnTo>
                <a:lnTo>
                  <a:pt x="23" y="1"/>
                </a:lnTo>
                <a:lnTo>
                  <a:pt x="14" y="6"/>
                </a:lnTo>
                <a:lnTo>
                  <a:pt x="5" y="15"/>
                </a:lnTo>
                <a:lnTo>
                  <a:pt x="3" y="26"/>
                </a:lnTo>
                <a:lnTo>
                  <a:pt x="0" y="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3824080" y="331056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56" y="0"/>
                </a:moveTo>
                <a:lnTo>
                  <a:pt x="0" y="21"/>
                </a:lnTo>
                <a:lnTo>
                  <a:pt x="9" y="49"/>
                </a:lnTo>
                <a:lnTo>
                  <a:pt x="14" y="59"/>
                </a:lnTo>
                <a:lnTo>
                  <a:pt x="23" y="66"/>
                </a:lnTo>
                <a:lnTo>
                  <a:pt x="36" y="69"/>
                </a:lnTo>
                <a:lnTo>
                  <a:pt x="45" y="68"/>
                </a:lnTo>
                <a:lnTo>
                  <a:pt x="56" y="62"/>
                </a:lnTo>
                <a:lnTo>
                  <a:pt x="62" y="53"/>
                </a:lnTo>
                <a:lnTo>
                  <a:pt x="65" y="41"/>
                </a:lnTo>
                <a:lnTo>
                  <a:pt x="65" y="30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24157080" y="3326760"/>
            <a:ext cx="39960" cy="100800"/>
          </a:xfrm>
          <a:custGeom>
            <a:avLst/>
            <a:gdLst>
              <a:gd name="textAreaLeft" fmla="*/ 0 w 39960"/>
              <a:gd name="textAreaRight" fmla="*/ 40320 w 39960"/>
              <a:gd name="textAreaTop" fmla="*/ 0 h 100800"/>
              <a:gd name="textAreaBottom" fmla="*/ 101160 h 100800"/>
            </a:gdLst>
            <a:ahLst/>
            <a:rect l="textAreaLeft" t="textAreaTop" r="textAreaRight" b="textAreaBottom"/>
            <a:pathLst>
              <a:path fill="none" w="112" h="281">
                <a:moveTo>
                  <a:pt x="112" y="0"/>
                </a:moveTo>
                <a:cubicBezTo>
                  <a:pt x="-58" y="29"/>
                  <a:pt x="-14" y="248"/>
                  <a:pt x="105" y="281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24194880" y="3315240"/>
            <a:ext cx="21240" cy="22680"/>
          </a:xfrm>
          <a:custGeom>
            <a:avLst/>
            <a:gdLst>
              <a:gd name="textAreaLeft" fmla="*/ 0 w 21240"/>
              <a:gd name="textAreaRight" fmla="*/ 21600 w 2124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60" h="64">
                <a:moveTo>
                  <a:pt x="0" y="3"/>
                </a:moveTo>
                <a:lnTo>
                  <a:pt x="6" y="64"/>
                </a:lnTo>
                <a:lnTo>
                  <a:pt x="35" y="61"/>
                </a:lnTo>
                <a:lnTo>
                  <a:pt x="48" y="57"/>
                </a:lnTo>
                <a:lnTo>
                  <a:pt x="54" y="49"/>
                </a:lnTo>
                <a:lnTo>
                  <a:pt x="59" y="39"/>
                </a:lnTo>
                <a:lnTo>
                  <a:pt x="60" y="27"/>
                </a:lnTo>
                <a:lnTo>
                  <a:pt x="57" y="16"/>
                </a:lnTo>
                <a:lnTo>
                  <a:pt x="51" y="7"/>
                </a:lnTo>
                <a:lnTo>
                  <a:pt x="41" y="1"/>
                </a:lnTo>
                <a:lnTo>
                  <a:pt x="29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4204240" y="3262680"/>
            <a:ext cx="106920" cy="94680"/>
          </a:xfrm>
          <a:custGeom>
            <a:avLst/>
            <a:gdLst>
              <a:gd name="textAreaLeft" fmla="*/ 0 w 106920"/>
              <a:gd name="textAreaRight" fmla="*/ 107280 w 106920"/>
              <a:gd name="textAreaTop" fmla="*/ 0 h 94680"/>
              <a:gd name="textAreaBottom" fmla="*/ 95040 h 94680"/>
            </a:gdLst>
            <a:ahLst/>
            <a:rect l="textAreaLeft" t="textAreaTop" r="textAreaRight" b="textAreaBottom"/>
            <a:pathLst>
              <a:path fill="none" w="298" h="264">
                <a:moveTo>
                  <a:pt x="55" y="264"/>
                </a:moveTo>
                <a:cubicBezTo>
                  <a:pt x="-155" y="33"/>
                  <a:pt x="304" y="-158"/>
                  <a:pt x="298" y="193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24255360" y="3321000"/>
            <a:ext cx="21960" cy="23040"/>
          </a:xfrm>
          <a:custGeom>
            <a:avLst/>
            <a:gdLst>
              <a:gd name="textAreaLeft" fmla="*/ 0 w 21960"/>
              <a:gd name="textAreaRight" fmla="*/ 22320 w 2196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62" h="65">
                <a:moveTo>
                  <a:pt x="62" y="61"/>
                </a:moveTo>
                <a:lnTo>
                  <a:pt x="53" y="0"/>
                </a:lnTo>
                <a:lnTo>
                  <a:pt x="25" y="4"/>
                </a:lnTo>
                <a:lnTo>
                  <a:pt x="14" y="10"/>
                </a:lnTo>
                <a:lnTo>
                  <a:pt x="6" y="17"/>
                </a:lnTo>
                <a:lnTo>
                  <a:pt x="2" y="28"/>
                </a:lnTo>
                <a:lnTo>
                  <a:pt x="0" y="39"/>
                </a:lnTo>
                <a:lnTo>
                  <a:pt x="3" y="50"/>
                </a:lnTo>
                <a:lnTo>
                  <a:pt x="11" y="59"/>
                </a:lnTo>
                <a:lnTo>
                  <a:pt x="20" y="64"/>
                </a:lnTo>
                <a:lnTo>
                  <a:pt x="32" y="65"/>
                </a:lnTo>
                <a:lnTo>
                  <a:pt x="62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24535800" y="330732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18" y="0"/>
                </a:moveTo>
                <a:lnTo>
                  <a:pt x="0" y="58"/>
                </a:lnTo>
                <a:lnTo>
                  <a:pt x="26" y="67"/>
                </a:lnTo>
                <a:lnTo>
                  <a:pt x="37" y="69"/>
                </a:lnTo>
                <a:lnTo>
                  <a:pt x="48" y="66"/>
                </a:lnTo>
                <a:lnTo>
                  <a:pt x="56" y="59"/>
                </a:lnTo>
                <a:lnTo>
                  <a:pt x="62" y="49"/>
                </a:lnTo>
                <a:lnTo>
                  <a:pt x="65" y="38"/>
                </a:lnTo>
                <a:lnTo>
                  <a:pt x="62" y="25"/>
                </a:lnTo>
                <a:lnTo>
                  <a:pt x="54" y="15"/>
                </a:lnTo>
                <a:lnTo>
                  <a:pt x="45" y="9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24703200" y="3290760"/>
            <a:ext cx="53280" cy="71640"/>
          </a:xfrm>
          <a:custGeom>
            <a:avLst/>
            <a:gdLst>
              <a:gd name="textAreaLeft" fmla="*/ 0 w 53280"/>
              <a:gd name="textAreaRight" fmla="*/ 53640 w 53280"/>
              <a:gd name="textAreaTop" fmla="*/ 0 h 71640"/>
              <a:gd name="textAreaBottom" fmla="*/ 72000 h 71640"/>
            </a:gdLst>
            <a:ahLst/>
            <a:rect l="textAreaLeft" t="textAreaTop" r="textAreaRight" b="textAreaBottom"/>
            <a:pathLst>
              <a:path w="149" h="200">
                <a:moveTo>
                  <a:pt x="128" y="191"/>
                </a:moveTo>
                <a:cubicBezTo>
                  <a:pt x="78" y="209"/>
                  <a:pt x="23" y="180"/>
                  <a:pt x="5" y="134"/>
                </a:cubicBezTo>
                <a:lnTo>
                  <a:pt x="6" y="127"/>
                </a:lnTo>
                <a:cubicBezTo>
                  <a:pt x="-12" y="73"/>
                  <a:pt x="14" y="14"/>
                  <a:pt x="66" y="0"/>
                </a:cubicBezTo>
                <a:lnTo>
                  <a:pt x="87" y="0"/>
                </a:lnTo>
                <a:lnTo>
                  <a:pt x="149" y="178"/>
                </a:lnTo>
                <a:lnTo>
                  <a:pt x="128" y="200"/>
                </a:lnTo>
                <a:lnTo>
                  <a:pt x="128" y="19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3763960" y="3356280"/>
            <a:ext cx="23040" cy="24840"/>
          </a:xfrm>
          <a:custGeom>
            <a:avLst/>
            <a:gdLst>
              <a:gd name="textAreaLeft" fmla="*/ 0 w 23040"/>
              <a:gd name="textAreaRight" fmla="*/ 23400 w 2304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5" h="70">
                <a:moveTo>
                  <a:pt x="53" y="0"/>
                </a:moveTo>
                <a:lnTo>
                  <a:pt x="0" y="23"/>
                </a:lnTo>
                <a:lnTo>
                  <a:pt x="12" y="52"/>
                </a:lnTo>
                <a:lnTo>
                  <a:pt x="18" y="62"/>
                </a:lnTo>
                <a:lnTo>
                  <a:pt x="27" y="68"/>
                </a:lnTo>
                <a:lnTo>
                  <a:pt x="38" y="70"/>
                </a:lnTo>
                <a:lnTo>
                  <a:pt x="50" y="68"/>
                </a:lnTo>
                <a:lnTo>
                  <a:pt x="58" y="61"/>
                </a:lnTo>
                <a:lnTo>
                  <a:pt x="64" y="52"/>
                </a:lnTo>
                <a:lnTo>
                  <a:pt x="65" y="40"/>
                </a:lnTo>
                <a:lnTo>
                  <a:pt x="64" y="29"/>
                </a:lnTo>
                <a:lnTo>
                  <a:pt x="5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4216840" y="3349080"/>
            <a:ext cx="24840" cy="26280"/>
          </a:xfrm>
          <a:custGeom>
            <a:avLst/>
            <a:gdLst>
              <a:gd name="textAreaLeft" fmla="*/ 0 w 24840"/>
              <a:gd name="textAreaRight" fmla="*/ 25200 w 2484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70" h="74">
                <a:moveTo>
                  <a:pt x="42" y="0"/>
                </a:moveTo>
                <a:lnTo>
                  <a:pt x="0" y="45"/>
                </a:lnTo>
                <a:lnTo>
                  <a:pt x="20" y="65"/>
                </a:lnTo>
                <a:lnTo>
                  <a:pt x="31" y="72"/>
                </a:lnTo>
                <a:lnTo>
                  <a:pt x="42" y="74"/>
                </a:lnTo>
                <a:lnTo>
                  <a:pt x="53" y="71"/>
                </a:lnTo>
                <a:lnTo>
                  <a:pt x="62" y="64"/>
                </a:lnTo>
                <a:lnTo>
                  <a:pt x="67" y="54"/>
                </a:lnTo>
                <a:lnTo>
                  <a:pt x="70" y="43"/>
                </a:lnTo>
                <a:lnTo>
                  <a:pt x="67" y="32"/>
                </a:lnTo>
                <a:lnTo>
                  <a:pt x="62" y="20"/>
                </a:lnTo>
                <a:lnTo>
                  <a:pt x="4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24274800" y="3331080"/>
            <a:ext cx="57960" cy="105840"/>
          </a:xfrm>
          <a:custGeom>
            <a:avLst/>
            <a:gdLst>
              <a:gd name="textAreaLeft" fmla="*/ 0 w 57960"/>
              <a:gd name="textAreaRight" fmla="*/ 58320 w 57960"/>
              <a:gd name="textAreaTop" fmla="*/ 0 h 105840"/>
              <a:gd name="textAreaBottom" fmla="*/ 106200 h 105840"/>
            </a:gdLst>
            <a:ahLst/>
            <a:rect l="textAreaLeft" t="textAreaTop" r="textAreaRight" b="textAreaBottom"/>
            <a:pathLst>
              <a:path fill="none" w="162" h="295">
                <a:moveTo>
                  <a:pt x="0" y="1"/>
                </a:moveTo>
                <a:cubicBezTo>
                  <a:pt x="204" y="-16"/>
                  <a:pt x="224" y="288"/>
                  <a:pt x="12" y="295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4300000" y="3329640"/>
            <a:ext cx="20880" cy="21960"/>
          </a:xfrm>
          <a:custGeom>
            <a:avLst/>
            <a:gdLst>
              <a:gd name="textAreaLeft" fmla="*/ 0 w 20880"/>
              <a:gd name="textAreaRight" fmla="*/ 21240 w 2088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9" h="62">
                <a:moveTo>
                  <a:pt x="59" y="2"/>
                </a:moveTo>
                <a:lnTo>
                  <a:pt x="2" y="0"/>
                </a:lnTo>
                <a:lnTo>
                  <a:pt x="0" y="30"/>
                </a:lnTo>
                <a:lnTo>
                  <a:pt x="2" y="42"/>
                </a:lnTo>
                <a:lnTo>
                  <a:pt x="9" y="52"/>
                </a:lnTo>
                <a:lnTo>
                  <a:pt x="18" y="60"/>
                </a:lnTo>
                <a:lnTo>
                  <a:pt x="27" y="62"/>
                </a:lnTo>
                <a:lnTo>
                  <a:pt x="39" y="61"/>
                </a:lnTo>
                <a:lnTo>
                  <a:pt x="47" y="55"/>
                </a:lnTo>
                <a:lnTo>
                  <a:pt x="56" y="44"/>
                </a:lnTo>
                <a:lnTo>
                  <a:pt x="56" y="33"/>
                </a:lnTo>
                <a:lnTo>
                  <a:pt x="59" y="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4487920" y="336420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44" y="0"/>
                </a:moveTo>
                <a:lnTo>
                  <a:pt x="0" y="36"/>
                </a:lnTo>
                <a:lnTo>
                  <a:pt x="17" y="60"/>
                </a:lnTo>
                <a:lnTo>
                  <a:pt x="24" y="68"/>
                </a:lnTo>
                <a:lnTo>
                  <a:pt x="35" y="73"/>
                </a:lnTo>
                <a:lnTo>
                  <a:pt x="46" y="72"/>
                </a:lnTo>
                <a:lnTo>
                  <a:pt x="55" y="66"/>
                </a:lnTo>
                <a:lnTo>
                  <a:pt x="65" y="57"/>
                </a:lnTo>
                <a:lnTo>
                  <a:pt x="68" y="45"/>
                </a:lnTo>
                <a:lnTo>
                  <a:pt x="65" y="34"/>
                </a:lnTo>
                <a:lnTo>
                  <a:pt x="62" y="23"/>
                </a:lnTo>
                <a:lnTo>
                  <a:pt x="4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4648840" y="3304080"/>
            <a:ext cx="67680" cy="120600"/>
          </a:xfrm>
          <a:custGeom>
            <a:avLst/>
            <a:gdLst>
              <a:gd name="textAreaLeft" fmla="*/ 0 w 67680"/>
              <a:gd name="textAreaRight" fmla="*/ 68040 w 67680"/>
              <a:gd name="textAreaTop" fmla="*/ 0 h 120600"/>
              <a:gd name="textAreaBottom" fmla="*/ 120960 h 120600"/>
            </a:gdLst>
            <a:ahLst/>
            <a:rect l="textAreaLeft" t="textAreaTop" r="textAreaRight" b="textAreaBottom"/>
            <a:pathLst>
              <a:path fill="none" w="189" h="336">
                <a:moveTo>
                  <a:pt x="32" y="0"/>
                </a:moveTo>
                <a:lnTo>
                  <a:pt x="0" y="293"/>
                </a:lnTo>
                <a:lnTo>
                  <a:pt x="189" y="336"/>
                </a:ln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3716080" y="3399120"/>
            <a:ext cx="23760" cy="25560"/>
          </a:xfrm>
          <a:custGeom>
            <a:avLst/>
            <a:gdLst>
              <a:gd name="textAreaLeft" fmla="*/ 0 w 23760"/>
              <a:gd name="textAreaRight" fmla="*/ 24120 w 2376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7" h="72">
                <a:moveTo>
                  <a:pt x="50" y="0"/>
                </a:moveTo>
                <a:lnTo>
                  <a:pt x="0" y="30"/>
                </a:lnTo>
                <a:lnTo>
                  <a:pt x="14" y="58"/>
                </a:lnTo>
                <a:lnTo>
                  <a:pt x="20" y="67"/>
                </a:lnTo>
                <a:lnTo>
                  <a:pt x="32" y="72"/>
                </a:lnTo>
                <a:lnTo>
                  <a:pt x="41" y="72"/>
                </a:lnTo>
                <a:lnTo>
                  <a:pt x="53" y="69"/>
                </a:lnTo>
                <a:lnTo>
                  <a:pt x="61" y="61"/>
                </a:lnTo>
                <a:lnTo>
                  <a:pt x="64" y="51"/>
                </a:lnTo>
                <a:lnTo>
                  <a:pt x="67" y="38"/>
                </a:lnTo>
                <a:lnTo>
                  <a:pt x="64" y="26"/>
                </a:lnTo>
                <a:lnTo>
                  <a:pt x="5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23830200" y="339876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15" y="71"/>
                </a:moveTo>
                <a:lnTo>
                  <a:pt x="68" y="45"/>
                </a:lnTo>
                <a:lnTo>
                  <a:pt x="54" y="18"/>
                </a:lnTo>
                <a:lnTo>
                  <a:pt x="48" y="8"/>
                </a:lnTo>
                <a:lnTo>
                  <a:pt x="39" y="2"/>
                </a:lnTo>
                <a:lnTo>
                  <a:pt x="27" y="0"/>
                </a:lnTo>
                <a:lnTo>
                  <a:pt x="18" y="3"/>
                </a:lnTo>
                <a:lnTo>
                  <a:pt x="9" y="10"/>
                </a:lnTo>
                <a:lnTo>
                  <a:pt x="3" y="19"/>
                </a:lnTo>
                <a:lnTo>
                  <a:pt x="0" y="31"/>
                </a:lnTo>
                <a:lnTo>
                  <a:pt x="3" y="42"/>
                </a:lnTo>
                <a:lnTo>
                  <a:pt x="15" y="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23441760" y="3430440"/>
            <a:ext cx="23760" cy="26280"/>
          </a:xfrm>
          <a:custGeom>
            <a:avLst/>
            <a:gdLst>
              <a:gd name="textAreaLeft" fmla="*/ 0 w 23760"/>
              <a:gd name="textAreaRight" fmla="*/ 24120 w 2376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7" h="74">
                <a:moveTo>
                  <a:pt x="29" y="74"/>
                </a:moveTo>
                <a:lnTo>
                  <a:pt x="67" y="30"/>
                </a:lnTo>
                <a:lnTo>
                  <a:pt x="46" y="8"/>
                </a:lnTo>
                <a:lnTo>
                  <a:pt x="37" y="2"/>
                </a:lnTo>
                <a:lnTo>
                  <a:pt x="26" y="0"/>
                </a:lnTo>
                <a:lnTo>
                  <a:pt x="17" y="3"/>
                </a:lnTo>
                <a:lnTo>
                  <a:pt x="8" y="9"/>
                </a:lnTo>
                <a:lnTo>
                  <a:pt x="2" y="20"/>
                </a:lnTo>
                <a:lnTo>
                  <a:pt x="0" y="31"/>
                </a:lnTo>
                <a:lnTo>
                  <a:pt x="2" y="43"/>
                </a:lnTo>
                <a:lnTo>
                  <a:pt x="9" y="52"/>
                </a:lnTo>
                <a:lnTo>
                  <a:pt x="29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23963040" y="3318120"/>
            <a:ext cx="149040" cy="231480"/>
          </a:xfrm>
          <a:custGeom>
            <a:avLst/>
            <a:gdLst>
              <a:gd name="textAreaLeft" fmla="*/ 0 w 149040"/>
              <a:gd name="textAreaRight" fmla="*/ 149400 w 149040"/>
              <a:gd name="textAreaTop" fmla="*/ 0 h 231480"/>
              <a:gd name="textAreaBottom" fmla="*/ 231840 h 231480"/>
            </a:gdLst>
            <a:ahLst/>
            <a:rect l="textAreaLeft" t="textAreaTop" r="textAreaRight" b="textAreaBottom"/>
            <a:pathLst>
              <a:path fill="none" w="415" h="644">
                <a:moveTo>
                  <a:pt x="415" y="642"/>
                </a:moveTo>
                <a:cubicBezTo>
                  <a:pt x="124" y="674"/>
                  <a:pt x="-164" y="336"/>
                  <a:pt x="110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23993640" y="3300840"/>
            <a:ext cx="24840" cy="26280"/>
          </a:xfrm>
          <a:custGeom>
            <a:avLst/>
            <a:gdLst>
              <a:gd name="textAreaLeft" fmla="*/ 0 w 24840"/>
              <a:gd name="textAreaRight" fmla="*/ 25200 w 2484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70" h="74">
                <a:moveTo>
                  <a:pt x="0" y="34"/>
                </a:moveTo>
                <a:lnTo>
                  <a:pt x="43" y="74"/>
                </a:lnTo>
                <a:lnTo>
                  <a:pt x="61" y="52"/>
                </a:lnTo>
                <a:lnTo>
                  <a:pt x="67" y="42"/>
                </a:lnTo>
                <a:lnTo>
                  <a:pt x="70" y="30"/>
                </a:lnTo>
                <a:lnTo>
                  <a:pt x="67" y="19"/>
                </a:lnTo>
                <a:lnTo>
                  <a:pt x="59" y="8"/>
                </a:lnTo>
                <a:lnTo>
                  <a:pt x="50" y="2"/>
                </a:lnTo>
                <a:lnTo>
                  <a:pt x="39" y="0"/>
                </a:lnTo>
                <a:lnTo>
                  <a:pt x="28" y="3"/>
                </a:lnTo>
                <a:lnTo>
                  <a:pt x="19" y="10"/>
                </a:lnTo>
                <a:lnTo>
                  <a:pt x="0" y="3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4030000" y="3371040"/>
            <a:ext cx="76680" cy="111960"/>
          </a:xfrm>
          <a:custGeom>
            <a:avLst/>
            <a:gdLst>
              <a:gd name="textAreaLeft" fmla="*/ 0 w 76680"/>
              <a:gd name="textAreaRight" fmla="*/ 77040 w 76680"/>
              <a:gd name="textAreaTop" fmla="*/ 0 h 111960"/>
              <a:gd name="textAreaBottom" fmla="*/ 112320 h 111960"/>
            </a:gdLst>
            <a:ahLst/>
            <a:rect l="textAreaLeft" t="textAreaTop" r="textAreaRight" b="textAreaBottom"/>
            <a:pathLst>
              <a:path fill="none" w="214" h="312">
                <a:moveTo>
                  <a:pt x="214" y="305"/>
                </a:moveTo>
                <a:cubicBezTo>
                  <a:pt x="200" y="309"/>
                  <a:pt x="191" y="312"/>
                  <a:pt x="166" y="312"/>
                </a:cubicBezTo>
                <a:cubicBezTo>
                  <a:pt x="76" y="312"/>
                  <a:pt x="0" y="233"/>
                  <a:pt x="0" y="135"/>
                </a:cubicBezTo>
                <a:cubicBezTo>
                  <a:pt x="0" y="71"/>
                  <a:pt x="23" y="32"/>
                  <a:pt x="58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24040080" y="334944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35" y="73"/>
                </a:moveTo>
                <a:lnTo>
                  <a:pt x="68" y="24"/>
                </a:lnTo>
                <a:lnTo>
                  <a:pt x="44" y="5"/>
                </a:lnTo>
                <a:lnTo>
                  <a:pt x="35" y="1"/>
                </a:lnTo>
                <a:lnTo>
                  <a:pt x="24" y="0"/>
                </a:lnTo>
                <a:lnTo>
                  <a:pt x="14" y="4"/>
                </a:lnTo>
                <a:lnTo>
                  <a:pt x="6" y="12"/>
                </a:lnTo>
                <a:lnTo>
                  <a:pt x="0" y="24"/>
                </a:lnTo>
                <a:lnTo>
                  <a:pt x="0" y="37"/>
                </a:lnTo>
                <a:lnTo>
                  <a:pt x="6" y="47"/>
                </a:lnTo>
                <a:lnTo>
                  <a:pt x="12" y="56"/>
                </a:lnTo>
                <a:lnTo>
                  <a:pt x="35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24043320" y="335484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0" y="25"/>
                </a:moveTo>
                <a:lnTo>
                  <a:pt x="35" y="73"/>
                </a:lnTo>
                <a:lnTo>
                  <a:pt x="59" y="55"/>
                </a:lnTo>
                <a:lnTo>
                  <a:pt x="65" y="46"/>
                </a:lnTo>
                <a:lnTo>
                  <a:pt x="67" y="35"/>
                </a:lnTo>
                <a:lnTo>
                  <a:pt x="67" y="23"/>
                </a:lnTo>
                <a:lnTo>
                  <a:pt x="62" y="12"/>
                </a:lnTo>
                <a:lnTo>
                  <a:pt x="56" y="4"/>
                </a:lnTo>
                <a:lnTo>
                  <a:pt x="44" y="0"/>
                </a:lnTo>
                <a:lnTo>
                  <a:pt x="32" y="1"/>
                </a:lnTo>
                <a:lnTo>
                  <a:pt x="23" y="7"/>
                </a:lnTo>
                <a:lnTo>
                  <a:pt x="0" y="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24057720" y="3365280"/>
            <a:ext cx="44280" cy="3420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24094440" y="3389040"/>
            <a:ext cx="23760" cy="26280"/>
          </a:xfrm>
          <a:custGeom>
            <a:avLst/>
            <a:gdLst>
              <a:gd name="textAreaLeft" fmla="*/ 0 w 23760"/>
              <a:gd name="textAreaRight" fmla="*/ 24120 w 2376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7" h="74">
                <a:moveTo>
                  <a:pt x="32" y="0"/>
                </a:moveTo>
                <a:lnTo>
                  <a:pt x="0" y="50"/>
                </a:lnTo>
                <a:lnTo>
                  <a:pt x="23" y="68"/>
                </a:lnTo>
                <a:lnTo>
                  <a:pt x="33" y="74"/>
                </a:lnTo>
                <a:lnTo>
                  <a:pt x="44" y="74"/>
                </a:lnTo>
                <a:lnTo>
                  <a:pt x="55" y="69"/>
                </a:lnTo>
                <a:lnTo>
                  <a:pt x="62" y="61"/>
                </a:lnTo>
                <a:lnTo>
                  <a:pt x="67" y="49"/>
                </a:lnTo>
                <a:lnTo>
                  <a:pt x="67" y="38"/>
                </a:lnTo>
                <a:lnTo>
                  <a:pt x="62" y="27"/>
                </a:lnTo>
                <a:lnTo>
                  <a:pt x="55" y="18"/>
                </a:lnTo>
                <a:lnTo>
                  <a:pt x="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24098400" y="340560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56" y="0"/>
                </a:moveTo>
                <a:lnTo>
                  <a:pt x="0" y="6"/>
                </a:lnTo>
                <a:lnTo>
                  <a:pt x="3" y="36"/>
                </a:lnTo>
                <a:lnTo>
                  <a:pt x="6" y="47"/>
                </a:lnTo>
                <a:lnTo>
                  <a:pt x="12" y="56"/>
                </a:lnTo>
                <a:lnTo>
                  <a:pt x="24" y="63"/>
                </a:lnTo>
                <a:lnTo>
                  <a:pt x="36" y="64"/>
                </a:lnTo>
                <a:lnTo>
                  <a:pt x="44" y="61"/>
                </a:lnTo>
                <a:lnTo>
                  <a:pt x="53" y="53"/>
                </a:lnTo>
                <a:lnTo>
                  <a:pt x="59" y="42"/>
                </a:lnTo>
                <a:lnTo>
                  <a:pt x="59" y="31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24192000" y="341640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8" y="0"/>
                </a:moveTo>
                <a:lnTo>
                  <a:pt x="0" y="60"/>
                </a:lnTo>
                <a:lnTo>
                  <a:pt x="26" y="65"/>
                </a:lnTo>
                <a:lnTo>
                  <a:pt x="37" y="65"/>
                </a:lnTo>
                <a:lnTo>
                  <a:pt x="48" y="60"/>
                </a:lnTo>
                <a:lnTo>
                  <a:pt x="56" y="50"/>
                </a:lnTo>
                <a:lnTo>
                  <a:pt x="59" y="39"/>
                </a:lnTo>
                <a:lnTo>
                  <a:pt x="59" y="27"/>
                </a:lnTo>
                <a:lnTo>
                  <a:pt x="56" y="17"/>
                </a:lnTo>
                <a:lnTo>
                  <a:pt x="46" y="9"/>
                </a:lnTo>
                <a:lnTo>
                  <a:pt x="34" y="5"/>
                </a:lnTo>
                <a:lnTo>
                  <a:pt x="8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4260400" y="3425400"/>
            <a:ext cx="20880" cy="21960"/>
          </a:xfrm>
          <a:custGeom>
            <a:avLst/>
            <a:gdLst>
              <a:gd name="textAreaLeft" fmla="*/ 0 w 20880"/>
              <a:gd name="textAreaRight" fmla="*/ 21240 w 2088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9" h="62">
                <a:moveTo>
                  <a:pt x="57" y="62"/>
                </a:moveTo>
                <a:lnTo>
                  <a:pt x="59" y="1"/>
                </a:lnTo>
                <a:lnTo>
                  <a:pt x="30" y="0"/>
                </a:lnTo>
                <a:lnTo>
                  <a:pt x="19" y="2"/>
                </a:lnTo>
                <a:lnTo>
                  <a:pt x="9" y="9"/>
                </a:lnTo>
                <a:lnTo>
                  <a:pt x="3" y="19"/>
                </a:lnTo>
                <a:lnTo>
                  <a:pt x="0" y="31"/>
                </a:lnTo>
                <a:lnTo>
                  <a:pt x="3" y="42"/>
                </a:lnTo>
                <a:lnTo>
                  <a:pt x="9" y="52"/>
                </a:lnTo>
                <a:lnTo>
                  <a:pt x="19" y="59"/>
                </a:lnTo>
                <a:lnTo>
                  <a:pt x="30" y="62"/>
                </a:lnTo>
                <a:lnTo>
                  <a:pt x="57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24321960" y="3377880"/>
            <a:ext cx="72720" cy="93960"/>
          </a:xfrm>
          <a:custGeom>
            <a:avLst/>
            <a:gdLst>
              <a:gd name="textAreaLeft" fmla="*/ 0 w 72720"/>
              <a:gd name="textAreaRight" fmla="*/ 73080 w 72720"/>
              <a:gd name="textAreaTop" fmla="*/ 0 h 93960"/>
              <a:gd name="textAreaBottom" fmla="*/ 94320 h 93960"/>
            </a:gdLst>
            <a:ahLst/>
            <a:rect l="textAreaLeft" t="textAreaTop" r="textAreaRight" b="textAreaBottom"/>
            <a:pathLst>
              <a:path fill="none" w="203" h="262">
                <a:moveTo>
                  <a:pt x="203" y="12"/>
                </a:moveTo>
                <a:cubicBezTo>
                  <a:pt x="41" y="-46"/>
                  <a:pt x="-64" y="112"/>
                  <a:pt x="44" y="262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24389280" y="3372840"/>
            <a:ext cx="23040" cy="24840"/>
          </a:xfrm>
          <a:custGeom>
            <a:avLst/>
            <a:gdLst>
              <a:gd name="textAreaLeft" fmla="*/ 0 w 23040"/>
              <a:gd name="textAreaRight" fmla="*/ 23400 w 2304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5" h="70">
                <a:moveTo>
                  <a:pt x="20" y="0"/>
                </a:moveTo>
                <a:lnTo>
                  <a:pt x="0" y="57"/>
                </a:lnTo>
                <a:lnTo>
                  <a:pt x="26" y="68"/>
                </a:lnTo>
                <a:lnTo>
                  <a:pt x="38" y="70"/>
                </a:lnTo>
                <a:lnTo>
                  <a:pt x="47" y="67"/>
                </a:lnTo>
                <a:lnTo>
                  <a:pt x="56" y="61"/>
                </a:lnTo>
                <a:lnTo>
                  <a:pt x="65" y="51"/>
                </a:lnTo>
                <a:lnTo>
                  <a:pt x="65" y="37"/>
                </a:lnTo>
                <a:lnTo>
                  <a:pt x="62" y="26"/>
                </a:lnTo>
                <a:lnTo>
                  <a:pt x="55" y="17"/>
                </a:lnTo>
                <a:lnTo>
                  <a:pt x="46" y="10"/>
                </a:lnTo>
                <a:lnTo>
                  <a:pt x="2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24391440" y="3418920"/>
            <a:ext cx="21960" cy="23400"/>
          </a:xfrm>
          <a:custGeom>
            <a:avLst/>
            <a:gdLst>
              <a:gd name="textAreaLeft" fmla="*/ 0 w 21960"/>
              <a:gd name="textAreaRight" fmla="*/ 22320 w 2196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2" h="66">
                <a:moveTo>
                  <a:pt x="56" y="0"/>
                </a:moveTo>
                <a:lnTo>
                  <a:pt x="0" y="12"/>
                </a:lnTo>
                <a:lnTo>
                  <a:pt x="6" y="42"/>
                </a:lnTo>
                <a:lnTo>
                  <a:pt x="9" y="54"/>
                </a:lnTo>
                <a:lnTo>
                  <a:pt x="18" y="62"/>
                </a:lnTo>
                <a:lnTo>
                  <a:pt x="30" y="66"/>
                </a:lnTo>
                <a:lnTo>
                  <a:pt x="39" y="66"/>
                </a:lnTo>
                <a:lnTo>
                  <a:pt x="50" y="62"/>
                </a:lnTo>
                <a:lnTo>
                  <a:pt x="56" y="54"/>
                </a:lnTo>
                <a:lnTo>
                  <a:pt x="62" y="42"/>
                </a:lnTo>
                <a:lnTo>
                  <a:pt x="62" y="31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24400080" y="3344400"/>
            <a:ext cx="96480" cy="77760"/>
          </a:xfrm>
          <a:custGeom>
            <a:avLst/>
            <a:gdLst>
              <a:gd name="textAreaLeft" fmla="*/ 0 w 96480"/>
              <a:gd name="textAreaRight" fmla="*/ 96840 w 96480"/>
              <a:gd name="textAreaTop" fmla="*/ 0 h 77760"/>
              <a:gd name="textAreaBottom" fmla="*/ 78120 h 77760"/>
            </a:gdLst>
            <a:ahLst/>
            <a:rect l="textAreaLeft" t="textAreaTop" r="textAreaRight" b="textAreaBottom"/>
            <a:pathLst>
              <a:path fill="none" w="269" h="217">
                <a:moveTo>
                  <a:pt x="4" y="217"/>
                </a:moveTo>
                <a:cubicBezTo>
                  <a:pt x="-30" y="-3"/>
                  <a:pt x="158" y="-66"/>
                  <a:pt x="269" y="7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24713280" y="3413520"/>
            <a:ext cx="21240" cy="23400"/>
          </a:xfrm>
          <a:custGeom>
            <a:avLst/>
            <a:gdLst>
              <a:gd name="textAreaLeft" fmla="*/ 0 w 21240"/>
              <a:gd name="textAreaRight" fmla="*/ 21600 w 2124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0" h="66">
                <a:moveTo>
                  <a:pt x="9" y="0"/>
                </a:moveTo>
                <a:lnTo>
                  <a:pt x="0" y="59"/>
                </a:lnTo>
                <a:lnTo>
                  <a:pt x="27" y="66"/>
                </a:lnTo>
                <a:lnTo>
                  <a:pt x="38" y="66"/>
                </a:lnTo>
                <a:lnTo>
                  <a:pt x="47" y="61"/>
                </a:lnTo>
                <a:lnTo>
                  <a:pt x="56" y="53"/>
                </a:lnTo>
                <a:lnTo>
                  <a:pt x="60" y="42"/>
                </a:lnTo>
                <a:lnTo>
                  <a:pt x="60" y="29"/>
                </a:lnTo>
                <a:lnTo>
                  <a:pt x="56" y="19"/>
                </a:lnTo>
                <a:lnTo>
                  <a:pt x="47" y="10"/>
                </a:lnTo>
                <a:lnTo>
                  <a:pt x="38" y="6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3351040" y="3468600"/>
            <a:ext cx="23400" cy="25920"/>
          </a:xfrm>
          <a:custGeom>
            <a:avLst/>
            <a:gdLst>
              <a:gd name="textAreaLeft" fmla="*/ 0 w 23400"/>
              <a:gd name="textAreaRight" fmla="*/ 23760 w 2340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6" h="73">
                <a:moveTo>
                  <a:pt x="32" y="73"/>
                </a:moveTo>
                <a:lnTo>
                  <a:pt x="66" y="24"/>
                </a:lnTo>
                <a:lnTo>
                  <a:pt x="45" y="6"/>
                </a:lnTo>
                <a:lnTo>
                  <a:pt x="32" y="1"/>
                </a:lnTo>
                <a:lnTo>
                  <a:pt x="24" y="0"/>
                </a:lnTo>
                <a:lnTo>
                  <a:pt x="12" y="4"/>
                </a:lnTo>
                <a:lnTo>
                  <a:pt x="4" y="11"/>
                </a:lnTo>
                <a:lnTo>
                  <a:pt x="0" y="22"/>
                </a:lnTo>
                <a:lnTo>
                  <a:pt x="0" y="33"/>
                </a:lnTo>
                <a:lnTo>
                  <a:pt x="3" y="44"/>
                </a:lnTo>
                <a:lnTo>
                  <a:pt x="9" y="54"/>
                </a:lnTo>
                <a:lnTo>
                  <a:pt x="32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3457240" y="3447720"/>
            <a:ext cx="131400" cy="13464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4" name=""/>
          <p:cNvSpPr/>
          <p:nvPr/>
        </p:nvSpPr>
        <p:spPr>
          <a:xfrm>
            <a:off x="23472000" y="3318480"/>
            <a:ext cx="160200" cy="19764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>
            <a:off x="23666040" y="345240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48" y="0"/>
                </a:moveTo>
                <a:lnTo>
                  <a:pt x="0" y="37"/>
                </a:lnTo>
                <a:lnTo>
                  <a:pt x="18" y="61"/>
                </a:lnTo>
                <a:lnTo>
                  <a:pt x="27" y="69"/>
                </a:lnTo>
                <a:lnTo>
                  <a:pt x="36" y="73"/>
                </a:lnTo>
                <a:lnTo>
                  <a:pt x="48" y="73"/>
                </a:lnTo>
                <a:lnTo>
                  <a:pt x="56" y="68"/>
                </a:lnTo>
                <a:lnTo>
                  <a:pt x="65" y="59"/>
                </a:lnTo>
                <a:lnTo>
                  <a:pt x="68" y="48"/>
                </a:lnTo>
                <a:lnTo>
                  <a:pt x="68" y="37"/>
                </a:lnTo>
                <a:lnTo>
                  <a:pt x="65" y="24"/>
                </a:lnTo>
                <a:lnTo>
                  <a:pt x="48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24103440" y="345420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3" y="64"/>
                </a:moveTo>
                <a:lnTo>
                  <a:pt x="59" y="59"/>
                </a:lnTo>
                <a:lnTo>
                  <a:pt x="56" y="28"/>
                </a:lnTo>
                <a:lnTo>
                  <a:pt x="53" y="17"/>
                </a:lnTo>
                <a:lnTo>
                  <a:pt x="47" y="7"/>
                </a:lnTo>
                <a:lnTo>
                  <a:pt x="36" y="1"/>
                </a:lnTo>
                <a:lnTo>
                  <a:pt x="27" y="0"/>
                </a:lnTo>
                <a:lnTo>
                  <a:pt x="16" y="3"/>
                </a:lnTo>
                <a:lnTo>
                  <a:pt x="6" y="11"/>
                </a:lnTo>
                <a:lnTo>
                  <a:pt x="0" y="22"/>
                </a:lnTo>
                <a:lnTo>
                  <a:pt x="0" y="33"/>
                </a:lnTo>
                <a:lnTo>
                  <a:pt x="3" y="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 flipH="1" flipV="1">
            <a:off x="24113880" y="3474000"/>
            <a:ext cx="6840" cy="6444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8" name=""/>
          <p:cNvSpPr/>
          <p:nvPr/>
        </p:nvSpPr>
        <p:spPr>
          <a:xfrm flipH="1">
            <a:off x="24155640" y="3426120"/>
            <a:ext cx="48240" cy="21024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24193800" y="3406680"/>
            <a:ext cx="21960" cy="23760"/>
          </a:xfrm>
          <a:custGeom>
            <a:avLst/>
            <a:gdLst>
              <a:gd name="textAreaLeft" fmla="*/ 0 w 21960"/>
              <a:gd name="textAreaRight" fmla="*/ 22320 w 2196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2" h="67">
                <a:moveTo>
                  <a:pt x="0" y="52"/>
                </a:moveTo>
                <a:lnTo>
                  <a:pt x="54" y="67"/>
                </a:lnTo>
                <a:lnTo>
                  <a:pt x="62" y="36"/>
                </a:lnTo>
                <a:lnTo>
                  <a:pt x="62" y="24"/>
                </a:lnTo>
                <a:lnTo>
                  <a:pt x="59" y="13"/>
                </a:lnTo>
                <a:lnTo>
                  <a:pt x="51" y="5"/>
                </a:lnTo>
                <a:lnTo>
                  <a:pt x="41" y="0"/>
                </a:lnTo>
                <a:lnTo>
                  <a:pt x="29" y="0"/>
                </a:lnTo>
                <a:lnTo>
                  <a:pt x="20" y="3"/>
                </a:lnTo>
                <a:lnTo>
                  <a:pt x="12" y="11"/>
                </a:lnTo>
                <a:lnTo>
                  <a:pt x="6" y="22"/>
                </a:lnTo>
                <a:lnTo>
                  <a:pt x="0" y="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24261480" y="341352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0" y="55"/>
                </a:moveTo>
                <a:lnTo>
                  <a:pt x="56" y="65"/>
                </a:lnTo>
                <a:lnTo>
                  <a:pt x="59" y="34"/>
                </a:lnTo>
                <a:lnTo>
                  <a:pt x="59" y="22"/>
                </a:lnTo>
                <a:lnTo>
                  <a:pt x="53" y="12"/>
                </a:lnTo>
                <a:lnTo>
                  <a:pt x="45" y="4"/>
                </a:lnTo>
                <a:lnTo>
                  <a:pt x="36" y="0"/>
                </a:lnTo>
                <a:lnTo>
                  <a:pt x="23" y="1"/>
                </a:lnTo>
                <a:lnTo>
                  <a:pt x="15" y="6"/>
                </a:lnTo>
                <a:lnTo>
                  <a:pt x="6" y="15"/>
                </a:lnTo>
                <a:lnTo>
                  <a:pt x="3" y="26"/>
                </a:lnTo>
                <a:lnTo>
                  <a:pt x="0" y="5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4264000" y="3433320"/>
            <a:ext cx="7200" cy="120240"/>
          </a:xfrm>
          <a:custGeom>
            <a:avLst/>
            <a:gdLst>
              <a:gd name="textAreaLeft" fmla="*/ 0 w 7200"/>
              <a:gd name="textAreaRight" fmla="*/ 7560 w 7200"/>
              <a:gd name="textAreaTop" fmla="*/ 0 h 120240"/>
              <a:gd name="textAreaBottom" fmla="*/ 120600 h 120240"/>
            </a:gdLst>
            <a:ahLst/>
            <a:rect l="textAreaLeft" t="textAreaTop" r="textAreaRight" b="textAreaBottom"/>
            <a:pathLst>
              <a:path fill="none" w="21" h="335">
                <a:moveTo>
                  <a:pt x="21" y="0"/>
                </a:moveTo>
                <a:cubicBezTo>
                  <a:pt x="5" y="117"/>
                  <a:pt x="-14" y="218"/>
                  <a:pt x="14" y="335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23622480" y="3507480"/>
            <a:ext cx="24840" cy="26280"/>
          </a:xfrm>
          <a:custGeom>
            <a:avLst/>
            <a:gdLst>
              <a:gd name="textAreaLeft" fmla="*/ 0 w 24840"/>
              <a:gd name="textAreaRight" fmla="*/ 25200 w 2484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70" h="74">
                <a:moveTo>
                  <a:pt x="44" y="0"/>
                </a:moveTo>
                <a:lnTo>
                  <a:pt x="0" y="41"/>
                </a:lnTo>
                <a:lnTo>
                  <a:pt x="20" y="63"/>
                </a:lnTo>
                <a:lnTo>
                  <a:pt x="29" y="70"/>
                </a:lnTo>
                <a:lnTo>
                  <a:pt x="42" y="74"/>
                </a:lnTo>
                <a:lnTo>
                  <a:pt x="50" y="72"/>
                </a:lnTo>
                <a:lnTo>
                  <a:pt x="62" y="66"/>
                </a:lnTo>
                <a:lnTo>
                  <a:pt x="67" y="57"/>
                </a:lnTo>
                <a:lnTo>
                  <a:pt x="70" y="46"/>
                </a:lnTo>
                <a:lnTo>
                  <a:pt x="68" y="35"/>
                </a:lnTo>
                <a:lnTo>
                  <a:pt x="65" y="25"/>
                </a:lnTo>
                <a:lnTo>
                  <a:pt x="4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3739840" y="3485520"/>
            <a:ext cx="21960" cy="24120"/>
          </a:xfrm>
          <a:custGeom>
            <a:avLst/>
            <a:gdLst>
              <a:gd name="textAreaLeft" fmla="*/ 0 w 21960"/>
              <a:gd name="textAreaRight" fmla="*/ 22320 w 2196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2" h="68">
                <a:moveTo>
                  <a:pt x="48" y="68"/>
                </a:moveTo>
                <a:lnTo>
                  <a:pt x="62" y="8"/>
                </a:lnTo>
                <a:lnTo>
                  <a:pt x="36" y="1"/>
                </a:lnTo>
                <a:lnTo>
                  <a:pt x="23" y="0"/>
                </a:lnTo>
                <a:lnTo>
                  <a:pt x="14" y="4"/>
                </a:lnTo>
                <a:lnTo>
                  <a:pt x="6" y="11"/>
                </a:lnTo>
                <a:lnTo>
                  <a:pt x="0" y="22"/>
                </a:lnTo>
                <a:lnTo>
                  <a:pt x="0" y="33"/>
                </a:lnTo>
                <a:lnTo>
                  <a:pt x="3" y="44"/>
                </a:lnTo>
                <a:lnTo>
                  <a:pt x="11" y="54"/>
                </a:lnTo>
                <a:lnTo>
                  <a:pt x="20" y="59"/>
                </a:lnTo>
                <a:lnTo>
                  <a:pt x="48" y="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24101640" y="3466080"/>
            <a:ext cx="22680" cy="24840"/>
          </a:xfrm>
          <a:custGeom>
            <a:avLst/>
            <a:gdLst>
              <a:gd name="textAreaLeft" fmla="*/ 0 w 22680"/>
              <a:gd name="textAreaRight" fmla="*/ 23040 w 2268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4" h="70">
                <a:moveTo>
                  <a:pt x="0" y="12"/>
                </a:moveTo>
                <a:lnTo>
                  <a:pt x="20" y="70"/>
                </a:lnTo>
                <a:lnTo>
                  <a:pt x="46" y="59"/>
                </a:lnTo>
                <a:lnTo>
                  <a:pt x="56" y="51"/>
                </a:lnTo>
                <a:lnTo>
                  <a:pt x="61" y="42"/>
                </a:lnTo>
                <a:lnTo>
                  <a:pt x="64" y="31"/>
                </a:lnTo>
                <a:lnTo>
                  <a:pt x="62" y="19"/>
                </a:lnTo>
                <a:lnTo>
                  <a:pt x="58" y="10"/>
                </a:lnTo>
                <a:lnTo>
                  <a:pt x="48" y="3"/>
                </a:lnTo>
                <a:lnTo>
                  <a:pt x="37" y="0"/>
                </a:lnTo>
                <a:lnTo>
                  <a:pt x="26" y="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4328080" y="3463920"/>
            <a:ext cx="24120" cy="26280"/>
          </a:xfrm>
          <a:custGeom>
            <a:avLst/>
            <a:gdLst>
              <a:gd name="textAreaLeft" fmla="*/ 0 w 24120"/>
              <a:gd name="textAreaRight" fmla="*/ 24480 w 2412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8" h="74">
                <a:moveTo>
                  <a:pt x="43" y="0"/>
                </a:moveTo>
                <a:lnTo>
                  <a:pt x="0" y="38"/>
                </a:lnTo>
                <a:lnTo>
                  <a:pt x="17" y="61"/>
                </a:lnTo>
                <a:lnTo>
                  <a:pt x="26" y="70"/>
                </a:lnTo>
                <a:lnTo>
                  <a:pt x="37" y="74"/>
                </a:lnTo>
                <a:lnTo>
                  <a:pt x="47" y="73"/>
                </a:lnTo>
                <a:lnTo>
                  <a:pt x="58" y="67"/>
                </a:lnTo>
                <a:lnTo>
                  <a:pt x="65" y="56"/>
                </a:lnTo>
                <a:lnTo>
                  <a:pt x="68" y="45"/>
                </a:lnTo>
                <a:lnTo>
                  <a:pt x="67" y="34"/>
                </a:lnTo>
                <a:lnTo>
                  <a:pt x="62" y="23"/>
                </a:lnTo>
                <a:lnTo>
                  <a:pt x="4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24768720" y="3472200"/>
            <a:ext cx="22680" cy="24480"/>
          </a:xfrm>
          <a:custGeom>
            <a:avLst/>
            <a:gdLst>
              <a:gd name="textAreaLeft" fmla="*/ 0 w 22680"/>
              <a:gd name="textAreaRight" fmla="*/ 23040 w 2268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4" h="69">
                <a:moveTo>
                  <a:pt x="11" y="69"/>
                </a:moveTo>
                <a:lnTo>
                  <a:pt x="64" y="50"/>
                </a:lnTo>
                <a:lnTo>
                  <a:pt x="56" y="20"/>
                </a:lnTo>
                <a:lnTo>
                  <a:pt x="50" y="10"/>
                </a:lnTo>
                <a:lnTo>
                  <a:pt x="42" y="3"/>
                </a:lnTo>
                <a:lnTo>
                  <a:pt x="33" y="0"/>
                </a:lnTo>
                <a:lnTo>
                  <a:pt x="20" y="1"/>
                </a:lnTo>
                <a:lnTo>
                  <a:pt x="11" y="7"/>
                </a:lnTo>
                <a:lnTo>
                  <a:pt x="3" y="16"/>
                </a:lnTo>
                <a:lnTo>
                  <a:pt x="0" y="28"/>
                </a:lnTo>
                <a:lnTo>
                  <a:pt x="3" y="40"/>
                </a:lnTo>
                <a:lnTo>
                  <a:pt x="11" y="6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 flipH="1" flipV="1">
            <a:off x="23757480" y="3498480"/>
            <a:ext cx="57600" cy="169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7200" bIns="72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23843880" y="3417480"/>
            <a:ext cx="141120" cy="85320"/>
          </a:xfrm>
          <a:custGeom>
            <a:avLst/>
            <a:gdLst>
              <a:gd name="textAreaLeft" fmla="*/ 0 w 141120"/>
              <a:gd name="textAreaRight" fmla="*/ 141480 w 141120"/>
              <a:gd name="textAreaTop" fmla="*/ 0 h 85320"/>
              <a:gd name="textAreaBottom" fmla="*/ 85680 h 85320"/>
            </a:gdLst>
            <a:ahLst/>
            <a:rect l="textAreaLeft" t="textAreaTop" r="textAreaRight" b="textAreaBottom"/>
            <a:pathLst>
              <a:path fill="none" w="393" h="238">
                <a:moveTo>
                  <a:pt x="393" y="229"/>
                </a:moveTo>
                <a:cubicBezTo>
                  <a:pt x="202" y="276"/>
                  <a:pt x="58" y="127"/>
                  <a:pt x="0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23796000" y="350244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0" y="47"/>
                </a:moveTo>
                <a:lnTo>
                  <a:pt x="52" y="71"/>
                </a:lnTo>
                <a:lnTo>
                  <a:pt x="64" y="44"/>
                </a:lnTo>
                <a:lnTo>
                  <a:pt x="68" y="31"/>
                </a:lnTo>
                <a:lnTo>
                  <a:pt x="64" y="19"/>
                </a:lnTo>
                <a:lnTo>
                  <a:pt x="58" y="9"/>
                </a:lnTo>
                <a:lnTo>
                  <a:pt x="49" y="3"/>
                </a:lnTo>
                <a:lnTo>
                  <a:pt x="41" y="0"/>
                </a:lnTo>
                <a:lnTo>
                  <a:pt x="29" y="2"/>
                </a:lnTo>
                <a:lnTo>
                  <a:pt x="20" y="8"/>
                </a:lnTo>
                <a:lnTo>
                  <a:pt x="14" y="18"/>
                </a:lnTo>
                <a:lnTo>
                  <a:pt x="0" y="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23799600" y="3521520"/>
            <a:ext cx="7560" cy="95040"/>
          </a:xfrm>
          <a:custGeom>
            <a:avLst/>
            <a:gdLst>
              <a:gd name="textAreaLeft" fmla="*/ 0 w 7560"/>
              <a:gd name="textAreaRight" fmla="*/ 7920 w 7560"/>
              <a:gd name="textAreaTop" fmla="*/ 0 h 95040"/>
              <a:gd name="textAreaBottom" fmla="*/ 95400 h 95040"/>
            </a:gdLst>
            <a:ahLst/>
            <a:rect l="textAreaLeft" t="textAreaTop" r="textAreaRight" b="textAreaBottom"/>
            <a:pathLst>
              <a:path fill="none" w="22" h="265">
                <a:moveTo>
                  <a:pt x="22" y="0"/>
                </a:moveTo>
                <a:cubicBezTo>
                  <a:pt x="-10" y="77"/>
                  <a:pt x="-3" y="186"/>
                  <a:pt x="14" y="265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23810760" y="3503880"/>
            <a:ext cx="21960" cy="24120"/>
          </a:xfrm>
          <a:custGeom>
            <a:avLst/>
            <a:gdLst>
              <a:gd name="textAreaLeft" fmla="*/ 0 w 21960"/>
              <a:gd name="textAreaRight" fmla="*/ 22320 w 2196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2" h="68">
                <a:moveTo>
                  <a:pt x="15" y="0"/>
                </a:moveTo>
                <a:lnTo>
                  <a:pt x="0" y="59"/>
                </a:lnTo>
                <a:lnTo>
                  <a:pt x="27" y="67"/>
                </a:lnTo>
                <a:lnTo>
                  <a:pt x="38" y="68"/>
                </a:lnTo>
                <a:lnTo>
                  <a:pt x="50" y="64"/>
                </a:lnTo>
                <a:lnTo>
                  <a:pt x="58" y="56"/>
                </a:lnTo>
                <a:lnTo>
                  <a:pt x="61" y="46"/>
                </a:lnTo>
                <a:lnTo>
                  <a:pt x="62" y="34"/>
                </a:lnTo>
                <a:lnTo>
                  <a:pt x="59" y="23"/>
                </a:lnTo>
                <a:lnTo>
                  <a:pt x="52" y="15"/>
                </a:lnTo>
                <a:lnTo>
                  <a:pt x="44" y="10"/>
                </a:lnTo>
                <a:lnTo>
                  <a:pt x="1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3812560" y="3506400"/>
            <a:ext cx="25200" cy="25920"/>
          </a:xfrm>
          <a:custGeom>
            <a:avLst/>
            <a:gdLst>
              <a:gd name="textAreaLeft" fmla="*/ 0 w 25200"/>
              <a:gd name="textAreaRight" fmla="*/ 25560 w 2520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71" h="73">
                <a:moveTo>
                  <a:pt x="27" y="73"/>
                </a:moveTo>
                <a:lnTo>
                  <a:pt x="71" y="33"/>
                </a:lnTo>
                <a:lnTo>
                  <a:pt x="49" y="9"/>
                </a:lnTo>
                <a:lnTo>
                  <a:pt x="41" y="2"/>
                </a:lnTo>
                <a:lnTo>
                  <a:pt x="29" y="0"/>
                </a:lnTo>
                <a:lnTo>
                  <a:pt x="21" y="1"/>
                </a:lnTo>
                <a:lnTo>
                  <a:pt x="11" y="8"/>
                </a:lnTo>
                <a:lnTo>
                  <a:pt x="3" y="18"/>
                </a:lnTo>
                <a:lnTo>
                  <a:pt x="0" y="30"/>
                </a:lnTo>
                <a:lnTo>
                  <a:pt x="3" y="42"/>
                </a:lnTo>
                <a:lnTo>
                  <a:pt x="9" y="51"/>
                </a:lnTo>
                <a:lnTo>
                  <a:pt x="27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3981760" y="3486240"/>
            <a:ext cx="21960" cy="24120"/>
          </a:xfrm>
          <a:custGeom>
            <a:avLst/>
            <a:gdLst>
              <a:gd name="textAreaLeft" fmla="*/ 0 w 21960"/>
              <a:gd name="textAreaRight" fmla="*/ 22320 w 2196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2" h="68">
                <a:moveTo>
                  <a:pt x="0" y="8"/>
                </a:moveTo>
                <a:lnTo>
                  <a:pt x="12" y="68"/>
                </a:lnTo>
                <a:lnTo>
                  <a:pt x="42" y="60"/>
                </a:lnTo>
                <a:lnTo>
                  <a:pt x="51" y="55"/>
                </a:lnTo>
                <a:lnTo>
                  <a:pt x="60" y="44"/>
                </a:lnTo>
                <a:lnTo>
                  <a:pt x="62" y="33"/>
                </a:lnTo>
                <a:lnTo>
                  <a:pt x="62" y="22"/>
                </a:lnTo>
                <a:lnTo>
                  <a:pt x="57" y="11"/>
                </a:lnTo>
                <a:lnTo>
                  <a:pt x="48" y="4"/>
                </a:lnTo>
                <a:lnTo>
                  <a:pt x="39" y="0"/>
                </a:lnTo>
                <a:lnTo>
                  <a:pt x="28" y="1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3699520" y="353556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21" y="73"/>
                </a:moveTo>
                <a:lnTo>
                  <a:pt x="67" y="39"/>
                </a:lnTo>
                <a:lnTo>
                  <a:pt x="50" y="12"/>
                </a:lnTo>
                <a:lnTo>
                  <a:pt x="42" y="4"/>
                </a:lnTo>
                <a:lnTo>
                  <a:pt x="32" y="0"/>
                </a:lnTo>
                <a:lnTo>
                  <a:pt x="21" y="0"/>
                </a:lnTo>
                <a:lnTo>
                  <a:pt x="12" y="5"/>
                </a:lnTo>
                <a:lnTo>
                  <a:pt x="4" y="16"/>
                </a:lnTo>
                <a:lnTo>
                  <a:pt x="0" y="26"/>
                </a:lnTo>
                <a:lnTo>
                  <a:pt x="0" y="38"/>
                </a:lnTo>
                <a:lnTo>
                  <a:pt x="4" y="49"/>
                </a:lnTo>
                <a:lnTo>
                  <a:pt x="21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3829120" y="3523680"/>
            <a:ext cx="234000" cy="53280"/>
          </a:xfrm>
          <a:custGeom>
            <a:avLst/>
            <a:gdLst>
              <a:gd name="textAreaLeft" fmla="*/ 0 w 234000"/>
              <a:gd name="textAreaRight" fmla="*/ 234360 w 234000"/>
              <a:gd name="textAreaTop" fmla="*/ 0 h 53280"/>
              <a:gd name="textAreaBottom" fmla="*/ 53640 h 53280"/>
            </a:gdLst>
            <a:ahLst/>
            <a:rect l="textAreaLeft" t="textAreaTop" r="textAreaRight" b="textAreaBottom"/>
            <a:pathLst>
              <a:path fill="none" w="651" h="149">
                <a:moveTo>
                  <a:pt x="0" y="0"/>
                </a:moveTo>
                <a:cubicBezTo>
                  <a:pt x="174" y="190"/>
                  <a:pt x="535" y="177"/>
                  <a:pt x="651" y="7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4045480" y="3546360"/>
            <a:ext cx="21600" cy="23040"/>
          </a:xfrm>
          <a:custGeom>
            <a:avLst/>
            <a:gdLst>
              <a:gd name="textAreaLeft" fmla="*/ 0 w 21600"/>
              <a:gd name="textAreaRight" fmla="*/ 21960 w 2160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61" h="65">
                <a:moveTo>
                  <a:pt x="5" y="65"/>
                </a:moveTo>
                <a:lnTo>
                  <a:pt x="61" y="56"/>
                </a:lnTo>
                <a:lnTo>
                  <a:pt x="56" y="27"/>
                </a:lnTo>
                <a:lnTo>
                  <a:pt x="53" y="16"/>
                </a:lnTo>
                <a:lnTo>
                  <a:pt x="45" y="6"/>
                </a:lnTo>
                <a:lnTo>
                  <a:pt x="35" y="0"/>
                </a:lnTo>
                <a:lnTo>
                  <a:pt x="27" y="0"/>
                </a:lnTo>
                <a:lnTo>
                  <a:pt x="14" y="4"/>
                </a:lnTo>
                <a:lnTo>
                  <a:pt x="6" y="13"/>
                </a:lnTo>
                <a:lnTo>
                  <a:pt x="0" y="23"/>
                </a:lnTo>
                <a:lnTo>
                  <a:pt x="0" y="35"/>
                </a:lnTo>
                <a:lnTo>
                  <a:pt x="5" y="6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4054480" y="3534480"/>
            <a:ext cx="24120" cy="26280"/>
          </a:xfrm>
          <a:custGeom>
            <a:avLst/>
            <a:gdLst>
              <a:gd name="textAreaLeft" fmla="*/ 0 w 24120"/>
              <a:gd name="textAreaRight" fmla="*/ 24480 w 2412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8" h="74">
                <a:moveTo>
                  <a:pt x="0" y="31"/>
                </a:moveTo>
                <a:lnTo>
                  <a:pt x="39" y="74"/>
                </a:lnTo>
                <a:lnTo>
                  <a:pt x="60" y="54"/>
                </a:lnTo>
                <a:lnTo>
                  <a:pt x="65" y="44"/>
                </a:lnTo>
                <a:lnTo>
                  <a:pt x="68" y="33"/>
                </a:lnTo>
                <a:lnTo>
                  <a:pt x="65" y="22"/>
                </a:lnTo>
                <a:lnTo>
                  <a:pt x="60" y="11"/>
                </a:lnTo>
                <a:lnTo>
                  <a:pt x="51" y="3"/>
                </a:lnTo>
                <a:lnTo>
                  <a:pt x="40" y="0"/>
                </a:lnTo>
                <a:lnTo>
                  <a:pt x="31" y="2"/>
                </a:lnTo>
                <a:lnTo>
                  <a:pt x="20" y="9"/>
                </a:lnTo>
                <a:lnTo>
                  <a:pt x="0" y="3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4108840" y="3536640"/>
            <a:ext cx="21960" cy="22680"/>
          </a:xfrm>
          <a:custGeom>
            <a:avLst/>
            <a:gdLst>
              <a:gd name="textAreaLeft" fmla="*/ 0 w 21960"/>
              <a:gd name="textAreaRight" fmla="*/ 22320 w 2196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62" h="64">
                <a:moveTo>
                  <a:pt x="0" y="5"/>
                </a:moveTo>
                <a:lnTo>
                  <a:pt x="9" y="64"/>
                </a:lnTo>
                <a:lnTo>
                  <a:pt x="36" y="60"/>
                </a:lnTo>
                <a:lnTo>
                  <a:pt x="47" y="57"/>
                </a:lnTo>
                <a:lnTo>
                  <a:pt x="56" y="49"/>
                </a:lnTo>
                <a:lnTo>
                  <a:pt x="62" y="39"/>
                </a:lnTo>
                <a:lnTo>
                  <a:pt x="62" y="26"/>
                </a:lnTo>
                <a:lnTo>
                  <a:pt x="59" y="15"/>
                </a:lnTo>
                <a:lnTo>
                  <a:pt x="50" y="6"/>
                </a:lnTo>
                <a:lnTo>
                  <a:pt x="41" y="0"/>
                </a:lnTo>
                <a:lnTo>
                  <a:pt x="30" y="0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4109920" y="353556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56" y="0"/>
                </a:moveTo>
                <a:lnTo>
                  <a:pt x="0" y="5"/>
                </a:lnTo>
                <a:lnTo>
                  <a:pt x="2" y="37"/>
                </a:lnTo>
                <a:lnTo>
                  <a:pt x="5" y="48"/>
                </a:lnTo>
                <a:lnTo>
                  <a:pt x="11" y="57"/>
                </a:lnTo>
                <a:lnTo>
                  <a:pt x="20" y="62"/>
                </a:lnTo>
                <a:lnTo>
                  <a:pt x="33" y="64"/>
                </a:lnTo>
                <a:lnTo>
                  <a:pt x="44" y="60"/>
                </a:lnTo>
                <a:lnTo>
                  <a:pt x="53" y="53"/>
                </a:lnTo>
                <a:lnTo>
                  <a:pt x="56" y="43"/>
                </a:lnTo>
                <a:lnTo>
                  <a:pt x="59" y="30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3680800" y="3561120"/>
            <a:ext cx="20520" cy="22320"/>
          </a:xfrm>
          <a:custGeom>
            <a:avLst/>
            <a:gdLst>
              <a:gd name="textAreaLeft" fmla="*/ 0 w 20520"/>
              <a:gd name="textAreaRight" fmla="*/ 20880 w 2052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8" h="63">
                <a:moveTo>
                  <a:pt x="2" y="63"/>
                </a:moveTo>
                <a:lnTo>
                  <a:pt x="58" y="58"/>
                </a:lnTo>
                <a:lnTo>
                  <a:pt x="56" y="28"/>
                </a:lnTo>
                <a:lnTo>
                  <a:pt x="53" y="16"/>
                </a:lnTo>
                <a:lnTo>
                  <a:pt x="47" y="7"/>
                </a:lnTo>
                <a:lnTo>
                  <a:pt x="38" y="1"/>
                </a:lnTo>
                <a:lnTo>
                  <a:pt x="26" y="0"/>
                </a:lnTo>
                <a:lnTo>
                  <a:pt x="14" y="3"/>
                </a:lnTo>
                <a:lnTo>
                  <a:pt x="8" y="10"/>
                </a:lnTo>
                <a:lnTo>
                  <a:pt x="2" y="20"/>
                </a:lnTo>
                <a:lnTo>
                  <a:pt x="0" y="31"/>
                </a:lnTo>
                <a:lnTo>
                  <a:pt x="2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3357520" y="3593880"/>
            <a:ext cx="23040" cy="25920"/>
          </a:xfrm>
          <a:custGeom>
            <a:avLst/>
            <a:gdLst>
              <a:gd name="textAreaLeft" fmla="*/ 0 w 23040"/>
              <a:gd name="textAreaRight" fmla="*/ 23400 w 2304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5" h="73">
                <a:moveTo>
                  <a:pt x="35" y="73"/>
                </a:moveTo>
                <a:lnTo>
                  <a:pt x="65" y="20"/>
                </a:lnTo>
                <a:lnTo>
                  <a:pt x="40" y="5"/>
                </a:lnTo>
                <a:lnTo>
                  <a:pt x="31" y="0"/>
                </a:lnTo>
                <a:lnTo>
                  <a:pt x="20" y="1"/>
                </a:lnTo>
                <a:lnTo>
                  <a:pt x="11" y="6"/>
                </a:lnTo>
                <a:lnTo>
                  <a:pt x="3" y="14"/>
                </a:lnTo>
                <a:lnTo>
                  <a:pt x="0" y="25"/>
                </a:lnTo>
                <a:lnTo>
                  <a:pt x="0" y="37"/>
                </a:lnTo>
                <a:lnTo>
                  <a:pt x="3" y="47"/>
                </a:lnTo>
                <a:lnTo>
                  <a:pt x="12" y="55"/>
                </a:lnTo>
                <a:lnTo>
                  <a:pt x="35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3367600" y="3484800"/>
            <a:ext cx="189720" cy="1551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23" name=""/>
          <p:cNvSpPr/>
          <p:nvPr/>
        </p:nvSpPr>
        <p:spPr>
          <a:xfrm>
            <a:off x="23580720" y="357300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38" y="0"/>
                </a:moveTo>
                <a:lnTo>
                  <a:pt x="0" y="43"/>
                </a:lnTo>
                <a:lnTo>
                  <a:pt x="21" y="65"/>
                </a:lnTo>
                <a:lnTo>
                  <a:pt x="29" y="71"/>
                </a:lnTo>
                <a:lnTo>
                  <a:pt x="39" y="73"/>
                </a:lnTo>
                <a:lnTo>
                  <a:pt x="50" y="71"/>
                </a:lnTo>
                <a:lnTo>
                  <a:pt x="59" y="64"/>
                </a:lnTo>
                <a:lnTo>
                  <a:pt x="65" y="55"/>
                </a:lnTo>
                <a:lnTo>
                  <a:pt x="68" y="41"/>
                </a:lnTo>
                <a:lnTo>
                  <a:pt x="65" y="30"/>
                </a:lnTo>
                <a:lnTo>
                  <a:pt x="59" y="20"/>
                </a:lnTo>
                <a:lnTo>
                  <a:pt x="38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4056640" y="3565800"/>
            <a:ext cx="33480" cy="68760"/>
          </a:xfrm>
          <a:custGeom>
            <a:avLst/>
            <a:gdLst>
              <a:gd name="textAreaLeft" fmla="*/ 0 w 33480"/>
              <a:gd name="textAreaRight" fmla="*/ 33840 w 33480"/>
              <a:gd name="textAreaTop" fmla="*/ 0 h 68760"/>
              <a:gd name="textAreaBottom" fmla="*/ 69120 h 68760"/>
            </a:gdLst>
            <a:ahLst/>
            <a:rect l="textAreaLeft" t="textAreaTop" r="textAreaRight" b="textAreaBottom"/>
            <a:pathLst>
              <a:path fill="none" w="94" h="192">
                <a:moveTo>
                  <a:pt x="0" y="0"/>
                </a:moveTo>
                <a:cubicBezTo>
                  <a:pt x="9" y="64"/>
                  <a:pt x="27" y="121"/>
                  <a:pt x="94" y="192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3686920" y="361872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23" y="73"/>
                </a:moveTo>
                <a:lnTo>
                  <a:pt x="67" y="34"/>
                </a:lnTo>
                <a:lnTo>
                  <a:pt x="50" y="11"/>
                </a:lnTo>
                <a:lnTo>
                  <a:pt x="42" y="4"/>
                </a:lnTo>
                <a:lnTo>
                  <a:pt x="32" y="0"/>
                </a:lnTo>
                <a:lnTo>
                  <a:pt x="20" y="1"/>
                </a:lnTo>
                <a:lnTo>
                  <a:pt x="11" y="6"/>
                </a:lnTo>
                <a:lnTo>
                  <a:pt x="3" y="15"/>
                </a:lnTo>
                <a:lnTo>
                  <a:pt x="0" y="26"/>
                </a:lnTo>
                <a:lnTo>
                  <a:pt x="2" y="38"/>
                </a:lnTo>
                <a:lnTo>
                  <a:pt x="6" y="48"/>
                </a:lnTo>
                <a:lnTo>
                  <a:pt x="23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3273280" y="364896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41" y="71"/>
                </a:moveTo>
                <a:lnTo>
                  <a:pt x="68" y="16"/>
                </a:lnTo>
                <a:lnTo>
                  <a:pt x="41" y="3"/>
                </a:lnTo>
                <a:lnTo>
                  <a:pt x="32" y="0"/>
                </a:lnTo>
                <a:lnTo>
                  <a:pt x="20" y="1"/>
                </a:lnTo>
                <a:lnTo>
                  <a:pt x="11" y="7"/>
                </a:lnTo>
                <a:lnTo>
                  <a:pt x="3" y="16"/>
                </a:lnTo>
                <a:lnTo>
                  <a:pt x="0" y="27"/>
                </a:lnTo>
                <a:lnTo>
                  <a:pt x="3" y="39"/>
                </a:lnTo>
                <a:lnTo>
                  <a:pt x="9" y="51"/>
                </a:lnTo>
                <a:lnTo>
                  <a:pt x="17" y="58"/>
                </a:lnTo>
                <a:lnTo>
                  <a:pt x="41" y="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24624000" y="3495960"/>
            <a:ext cx="153360" cy="317520"/>
          </a:xfrm>
          <a:custGeom>
            <a:avLst/>
            <a:gdLst>
              <a:gd name="textAreaLeft" fmla="*/ 0 w 153360"/>
              <a:gd name="textAreaRight" fmla="*/ 153720 w 153360"/>
              <a:gd name="textAreaTop" fmla="*/ 0 h 317520"/>
              <a:gd name="textAreaBottom" fmla="*/ 317880 h 317520"/>
            </a:gdLst>
            <a:ahLst/>
            <a:rect l="textAreaLeft" t="textAreaTop" r="textAreaRight" b="textAreaBottom"/>
            <a:pathLst>
              <a:path fill="none" w="427" h="883">
                <a:moveTo>
                  <a:pt x="420" y="0"/>
                </a:moveTo>
                <a:cubicBezTo>
                  <a:pt x="458" y="377"/>
                  <a:pt x="332" y="733"/>
                  <a:pt x="0" y="883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4763320" y="3476160"/>
            <a:ext cx="21960" cy="22680"/>
          </a:xfrm>
          <a:custGeom>
            <a:avLst/>
            <a:gdLst>
              <a:gd name="textAreaLeft" fmla="*/ 0 w 21960"/>
              <a:gd name="textAreaRight" fmla="*/ 22320 w 2196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62" h="64">
                <a:moveTo>
                  <a:pt x="4" y="64"/>
                </a:moveTo>
                <a:lnTo>
                  <a:pt x="62" y="57"/>
                </a:lnTo>
                <a:lnTo>
                  <a:pt x="57" y="27"/>
                </a:lnTo>
                <a:lnTo>
                  <a:pt x="54" y="16"/>
                </a:lnTo>
                <a:lnTo>
                  <a:pt x="48" y="6"/>
                </a:lnTo>
                <a:lnTo>
                  <a:pt x="39" y="1"/>
                </a:lnTo>
                <a:lnTo>
                  <a:pt x="27" y="0"/>
                </a:lnTo>
                <a:lnTo>
                  <a:pt x="16" y="3"/>
                </a:lnTo>
                <a:lnTo>
                  <a:pt x="7" y="11"/>
                </a:lnTo>
                <a:lnTo>
                  <a:pt x="4" y="22"/>
                </a:lnTo>
                <a:lnTo>
                  <a:pt x="0" y="33"/>
                </a:lnTo>
                <a:lnTo>
                  <a:pt x="4" y="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4628320" y="3552480"/>
            <a:ext cx="80640" cy="174600"/>
          </a:xfrm>
          <a:custGeom>
            <a:avLst/>
            <a:gdLst>
              <a:gd name="textAreaLeft" fmla="*/ 0 w 80640"/>
              <a:gd name="textAreaRight" fmla="*/ 81000 w 80640"/>
              <a:gd name="textAreaTop" fmla="*/ 0 h 174600"/>
              <a:gd name="textAreaBottom" fmla="*/ 174960 h 174600"/>
            </a:gdLst>
            <a:ahLst/>
            <a:rect l="textAreaLeft" t="textAreaTop" r="textAreaRight" b="textAreaBottom"/>
            <a:pathLst>
              <a:path fill="none" w="225" h="486">
                <a:moveTo>
                  <a:pt x="223" y="0"/>
                </a:moveTo>
                <a:cubicBezTo>
                  <a:pt x="238" y="200"/>
                  <a:pt x="183" y="336"/>
                  <a:pt x="0" y="486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4697080" y="353232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2" y="64"/>
                </a:moveTo>
                <a:lnTo>
                  <a:pt x="59" y="59"/>
                </a:lnTo>
                <a:lnTo>
                  <a:pt x="58" y="28"/>
                </a:lnTo>
                <a:lnTo>
                  <a:pt x="53" y="17"/>
                </a:lnTo>
                <a:lnTo>
                  <a:pt x="47" y="7"/>
                </a:lnTo>
                <a:lnTo>
                  <a:pt x="37" y="2"/>
                </a:lnTo>
                <a:lnTo>
                  <a:pt x="26" y="0"/>
                </a:lnTo>
                <a:lnTo>
                  <a:pt x="16" y="4"/>
                </a:lnTo>
                <a:lnTo>
                  <a:pt x="5" y="11"/>
                </a:lnTo>
                <a:lnTo>
                  <a:pt x="2" y="22"/>
                </a:lnTo>
                <a:lnTo>
                  <a:pt x="0" y="34"/>
                </a:lnTo>
                <a:lnTo>
                  <a:pt x="2" y="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23290920" y="3663720"/>
            <a:ext cx="211680" cy="11340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32" name=""/>
          <p:cNvSpPr/>
          <p:nvPr/>
        </p:nvSpPr>
        <p:spPr>
          <a:xfrm>
            <a:off x="23374080" y="3609360"/>
            <a:ext cx="152280" cy="10044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23549760" y="362988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36" y="0"/>
                </a:moveTo>
                <a:lnTo>
                  <a:pt x="0" y="50"/>
                </a:lnTo>
                <a:lnTo>
                  <a:pt x="20" y="68"/>
                </a:lnTo>
                <a:lnTo>
                  <a:pt x="33" y="73"/>
                </a:lnTo>
                <a:lnTo>
                  <a:pt x="44" y="73"/>
                </a:lnTo>
                <a:lnTo>
                  <a:pt x="53" y="70"/>
                </a:lnTo>
                <a:lnTo>
                  <a:pt x="62" y="62"/>
                </a:lnTo>
                <a:lnTo>
                  <a:pt x="67" y="52"/>
                </a:lnTo>
                <a:lnTo>
                  <a:pt x="67" y="40"/>
                </a:lnTo>
                <a:lnTo>
                  <a:pt x="65" y="27"/>
                </a:lnTo>
                <a:lnTo>
                  <a:pt x="56" y="18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3519520" y="369900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29" y="0"/>
                </a:moveTo>
                <a:lnTo>
                  <a:pt x="0" y="53"/>
                </a:lnTo>
                <a:lnTo>
                  <a:pt x="23" y="68"/>
                </a:lnTo>
                <a:lnTo>
                  <a:pt x="35" y="72"/>
                </a:lnTo>
                <a:lnTo>
                  <a:pt x="45" y="72"/>
                </a:lnTo>
                <a:lnTo>
                  <a:pt x="56" y="67"/>
                </a:lnTo>
                <a:lnTo>
                  <a:pt x="65" y="59"/>
                </a:lnTo>
                <a:lnTo>
                  <a:pt x="68" y="47"/>
                </a:lnTo>
                <a:lnTo>
                  <a:pt x="68" y="34"/>
                </a:lnTo>
                <a:lnTo>
                  <a:pt x="62" y="24"/>
                </a:lnTo>
                <a:lnTo>
                  <a:pt x="53" y="16"/>
                </a:lnTo>
                <a:lnTo>
                  <a:pt x="2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3300280" y="377532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47" y="69"/>
                </a:moveTo>
                <a:lnTo>
                  <a:pt x="65" y="10"/>
                </a:lnTo>
                <a:lnTo>
                  <a:pt x="39" y="2"/>
                </a:lnTo>
                <a:lnTo>
                  <a:pt x="27" y="0"/>
                </a:lnTo>
                <a:lnTo>
                  <a:pt x="18" y="4"/>
                </a:lnTo>
                <a:lnTo>
                  <a:pt x="6" y="11"/>
                </a:lnTo>
                <a:lnTo>
                  <a:pt x="3" y="22"/>
                </a:lnTo>
                <a:lnTo>
                  <a:pt x="0" y="33"/>
                </a:lnTo>
                <a:lnTo>
                  <a:pt x="3" y="45"/>
                </a:lnTo>
                <a:lnTo>
                  <a:pt x="12" y="54"/>
                </a:lnTo>
                <a:lnTo>
                  <a:pt x="22" y="59"/>
                </a:lnTo>
                <a:lnTo>
                  <a:pt x="47" y="6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23319000" y="3789000"/>
            <a:ext cx="165960" cy="565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37" name=""/>
          <p:cNvSpPr/>
          <p:nvPr/>
        </p:nvSpPr>
        <p:spPr>
          <a:xfrm>
            <a:off x="23496840" y="3766320"/>
            <a:ext cx="23040" cy="25560"/>
          </a:xfrm>
          <a:custGeom>
            <a:avLst/>
            <a:gdLst>
              <a:gd name="textAreaLeft" fmla="*/ 0 w 23040"/>
              <a:gd name="textAreaRight" fmla="*/ 23400 w 2304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5" h="72">
                <a:moveTo>
                  <a:pt x="25" y="0"/>
                </a:moveTo>
                <a:lnTo>
                  <a:pt x="0" y="54"/>
                </a:lnTo>
                <a:lnTo>
                  <a:pt x="25" y="68"/>
                </a:lnTo>
                <a:lnTo>
                  <a:pt x="34" y="72"/>
                </a:lnTo>
                <a:lnTo>
                  <a:pt x="47" y="70"/>
                </a:lnTo>
                <a:lnTo>
                  <a:pt x="56" y="64"/>
                </a:lnTo>
                <a:lnTo>
                  <a:pt x="64" y="54"/>
                </a:lnTo>
                <a:lnTo>
                  <a:pt x="65" y="43"/>
                </a:lnTo>
                <a:lnTo>
                  <a:pt x="64" y="32"/>
                </a:lnTo>
                <a:lnTo>
                  <a:pt x="59" y="21"/>
                </a:lnTo>
                <a:lnTo>
                  <a:pt x="50" y="14"/>
                </a:lnTo>
                <a:lnTo>
                  <a:pt x="2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4483960" y="3657240"/>
            <a:ext cx="138600" cy="352080"/>
          </a:xfrm>
          <a:custGeom>
            <a:avLst/>
            <a:gdLst>
              <a:gd name="textAreaLeft" fmla="*/ 0 w 138600"/>
              <a:gd name="textAreaRight" fmla="*/ 138960 w 138600"/>
              <a:gd name="textAreaTop" fmla="*/ 0 h 352080"/>
              <a:gd name="textAreaBottom" fmla="*/ 352440 h 352080"/>
            </a:gdLst>
            <a:ahLst/>
            <a:rect l="textAreaLeft" t="textAreaTop" r="textAreaRight" b="textAreaBottom"/>
            <a:pathLst>
              <a:path fill="none" w="386" h="979">
                <a:moveTo>
                  <a:pt x="355" y="0"/>
                </a:moveTo>
                <a:cubicBezTo>
                  <a:pt x="434" y="393"/>
                  <a:pt x="379" y="703"/>
                  <a:pt x="0" y="979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4599160" y="3637800"/>
            <a:ext cx="21960" cy="23400"/>
          </a:xfrm>
          <a:custGeom>
            <a:avLst/>
            <a:gdLst>
              <a:gd name="textAreaLeft" fmla="*/ 0 w 21960"/>
              <a:gd name="textAreaRight" fmla="*/ 22320 w 2196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2" h="66">
                <a:moveTo>
                  <a:pt x="8" y="66"/>
                </a:moveTo>
                <a:lnTo>
                  <a:pt x="62" y="54"/>
                </a:lnTo>
                <a:lnTo>
                  <a:pt x="56" y="24"/>
                </a:lnTo>
                <a:lnTo>
                  <a:pt x="53" y="13"/>
                </a:lnTo>
                <a:lnTo>
                  <a:pt x="45" y="4"/>
                </a:lnTo>
                <a:lnTo>
                  <a:pt x="34" y="0"/>
                </a:lnTo>
                <a:lnTo>
                  <a:pt x="23" y="0"/>
                </a:lnTo>
                <a:lnTo>
                  <a:pt x="12" y="4"/>
                </a:lnTo>
                <a:lnTo>
                  <a:pt x="6" y="14"/>
                </a:lnTo>
                <a:lnTo>
                  <a:pt x="0" y="25"/>
                </a:lnTo>
                <a:lnTo>
                  <a:pt x="0" y="36"/>
                </a:lnTo>
                <a:lnTo>
                  <a:pt x="8" y="6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24485040" y="3724920"/>
            <a:ext cx="72360" cy="194040"/>
          </a:xfrm>
          <a:custGeom>
            <a:avLst/>
            <a:gdLst>
              <a:gd name="textAreaLeft" fmla="*/ 0 w 72360"/>
              <a:gd name="textAreaRight" fmla="*/ 72720 w 72360"/>
              <a:gd name="textAreaTop" fmla="*/ 0 h 194040"/>
              <a:gd name="textAreaBottom" fmla="*/ 194400 h 194040"/>
            </a:gdLst>
            <a:ahLst/>
            <a:rect l="textAreaLeft" t="textAreaTop" r="textAreaRight" b="textAreaBottom"/>
            <a:pathLst>
              <a:path fill="none" w="202" h="540">
                <a:moveTo>
                  <a:pt x="0" y="540"/>
                </a:moveTo>
                <a:cubicBezTo>
                  <a:pt x="180" y="360"/>
                  <a:pt x="212" y="185"/>
                  <a:pt x="200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24546240" y="3705120"/>
            <a:ext cx="20880" cy="22320"/>
          </a:xfrm>
          <a:custGeom>
            <a:avLst/>
            <a:gdLst>
              <a:gd name="textAreaLeft" fmla="*/ 0 w 20880"/>
              <a:gd name="textAreaRight" fmla="*/ 21240 w 2088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9" h="63">
                <a:moveTo>
                  <a:pt x="3" y="63"/>
                </a:moveTo>
                <a:lnTo>
                  <a:pt x="59" y="57"/>
                </a:lnTo>
                <a:lnTo>
                  <a:pt x="56" y="27"/>
                </a:lnTo>
                <a:lnTo>
                  <a:pt x="52" y="16"/>
                </a:lnTo>
                <a:lnTo>
                  <a:pt x="46" y="7"/>
                </a:lnTo>
                <a:lnTo>
                  <a:pt x="38" y="1"/>
                </a:lnTo>
                <a:lnTo>
                  <a:pt x="26" y="0"/>
                </a:lnTo>
                <a:lnTo>
                  <a:pt x="15" y="3"/>
                </a:lnTo>
                <a:lnTo>
                  <a:pt x="6" y="10"/>
                </a:lnTo>
                <a:lnTo>
                  <a:pt x="0" y="20"/>
                </a:lnTo>
                <a:lnTo>
                  <a:pt x="0" y="32"/>
                </a:lnTo>
                <a:lnTo>
                  <a:pt x="3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24611400" y="371736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68" y="49"/>
                </a:moveTo>
                <a:lnTo>
                  <a:pt x="34" y="0"/>
                </a:lnTo>
                <a:lnTo>
                  <a:pt x="11" y="19"/>
                </a:lnTo>
                <a:lnTo>
                  <a:pt x="4" y="28"/>
                </a:lnTo>
                <a:lnTo>
                  <a:pt x="0" y="39"/>
                </a:lnTo>
                <a:lnTo>
                  <a:pt x="1" y="50"/>
                </a:lnTo>
                <a:lnTo>
                  <a:pt x="6" y="61"/>
                </a:lnTo>
                <a:lnTo>
                  <a:pt x="13" y="69"/>
                </a:lnTo>
                <a:lnTo>
                  <a:pt x="25" y="73"/>
                </a:lnTo>
                <a:lnTo>
                  <a:pt x="36" y="73"/>
                </a:lnTo>
                <a:lnTo>
                  <a:pt x="45" y="67"/>
                </a:lnTo>
                <a:lnTo>
                  <a:pt x="68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3641200" y="3817080"/>
            <a:ext cx="21960" cy="23040"/>
          </a:xfrm>
          <a:custGeom>
            <a:avLst/>
            <a:gdLst>
              <a:gd name="textAreaLeft" fmla="*/ 0 w 21960"/>
              <a:gd name="textAreaRight" fmla="*/ 22320 w 2196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62" h="65">
                <a:moveTo>
                  <a:pt x="0" y="5"/>
                </a:moveTo>
                <a:lnTo>
                  <a:pt x="9" y="65"/>
                </a:lnTo>
                <a:lnTo>
                  <a:pt x="38" y="60"/>
                </a:lnTo>
                <a:lnTo>
                  <a:pt x="47" y="56"/>
                </a:lnTo>
                <a:lnTo>
                  <a:pt x="55" y="47"/>
                </a:lnTo>
                <a:lnTo>
                  <a:pt x="62" y="37"/>
                </a:lnTo>
                <a:lnTo>
                  <a:pt x="62" y="25"/>
                </a:lnTo>
                <a:lnTo>
                  <a:pt x="55" y="14"/>
                </a:lnTo>
                <a:lnTo>
                  <a:pt x="49" y="5"/>
                </a:lnTo>
                <a:lnTo>
                  <a:pt x="38" y="0"/>
                </a:lnTo>
                <a:lnTo>
                  <a:pt x="29" y="0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4606360" y="3802680"/>
            <a:ext cx="22320" cy="24840"/>
          </a:xfrm>
          <a:custGeom>
            <a:avLst/>
            <a:gdLst>
              <a:gd name="textAreaLeft" fmla="*/ 0 w 22320"/>
              <a:gd name="textAreaRight" fmla="*/ 22680 w 2232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3" h="70">
                <a:moveTo>
                  <a:pt x="63" y="56"/>
                </a:moveTo>
                <a:lnTo>
                  <a:pt x="45" y="0"/>
                </a:lnTo>
                <a:lnTo>
                  <a:pt x="19" y="11"/>
                </a:lnTo>
                <a:lnTo>
                  <a:pt x="8" y="17"/>
                </a:lnTo>
                <a:lnTo>
                  <a:pt x="0" y="27"/>
                </a:lnTo>
                <a:lnTo>
                  <a:pt x="0" y="39"/>
                </a:lnTo>
                <a:lnTo>
                  <a:pt x="0" y="50"/>
                </a:lnTo>
                <a:lnTo>
                  <a:pt x="8" y="61"/>
                </a:lnTo>
                <a:lnTo>
                  <a:pt x="16" y="68"/>
                </a:lnTo>
                <a:lnTo>
                  <a:pt x="27" y="70"/>
                </a:lnTo>
                <a:lnTo>
                  <a:pt x="39" y="68"/>
                </a:lnTo>
                <a:lnTo>
                  <a:pt x="63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23224680" y="3851640"/>
            <a:ext cx="21600" cy="23400"/>
          </a:xfrm>
          <a:custGeom>
            <a:avLst/>
            <a:gdLst>
              <a:gd name="textAreaLeft" fmla="*/ 0 w 21600"/>
              <a:gd name="textAreaRight" fmla="*/ 21960 w 2160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1" h="66">
                <a:moveTo>
                  <a:pt x="50" y="66"/>
                </a:moveTo>
                <a:lnTo>
                  <a:pt x="61" y="6"/>
                </a:lnTo>
                <a:lnTo>
                  <a:pt x="33" y="0"/>
                </a:lnTo>
                <a:lnTo>
                  <a:pt x="24" y="0"/>
                </a:lnTo>
                <a:lnTo>
                  <a:pt x="11" y="5"/>
                </a:lnTo>
                <a:lnTo>
                  <a:pt x="5" y="13"/>
                </a:lnTo>
                <a:lnTo>
                  <a:pt x="0" y="24"/>
                </a:lnTo>
                <a:lnTo>
                  <a:pt x="0" y="36"/>
                </a:lnTo>
                <a:lnTo>
                  <a:pt x="5" y="48"/>
                </a:lnTo>
                <a:lnTo>
                  <a:pt x="11" y="56"/>
                </a:lnTo>
                <a:lnTo>
                  <a:pt x="24" y="60"/>
                </a:lnTo>
                <a:lnTo>
                  <a:pt x="50" y="6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3480280" y="3834000"/>
            <a:ext cx="22680" cy="24480"/>
          </a:xfrm>
          <a:custGeom>
            <a:avLst/>
            <a:gdLst>
              <a:gd name="textAreaLeft" fmla="*/ 0 w 22680"/>
              <a:gd name="textAreaRight" fmla="*/ 23040 w 2268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4" h="69">
                <a:moveTo>
                  <a:pt x="18" y="0"/>
                </a:moveTo>
                <a:lnTo>
                  <a:pt x="0" y="59"/>
                </a:lnTo>
                <a:lnTo>
                  <a:pt x="27" y="68"/>
                </a:lnTo>
                <a:lnTo>
                  <a:pt x="38" y="69"/>
                </a:lnTo>
                <a:lnTo>
                  <a:pt x="50" y="66"/>
                </a:lnTo>
                <a:lnTo>
                  <a:pt x="58" y="59"/>
                </a:lnTo>
                <a:lnTo>
                  <a:pt x="62" y="48"/>
                </a:lnTo>
                <a:lnTo>
                  <a:pt x="64" y="36"/>
                </a:lnTo>
                <a:lnTo>
                  <a:pt x="61" y="25"/>
                </a:lnTo>
                <a:lnTo>
                  <a:pt x="53" y="16"/>
                </a:lnTo>
                <a:lnTo>
                  <a:pt x="44" y="10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3243040" y="3864240"/>
            <a:ext cx="229320" cy="511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48" name=""/>
          <p:cNvSpPr/>
          <p:nvPr/>
        </p:nvSpPr>
        <p:spPr>
          <a:xfrm>
            <a:off x="23553720" y="3856320"/>
            <a:ext cx="23400" cy="25560"/>
          </a:xfrm>
          <a:custGeom>
            <a:avLst/>
            <a:gdLst>
              <a:gd name="textAreaLeft" fmla="*/ 0 w 23400"/>
              <a:gd name="textAreaRight" fmla="*/ 23760 w 2340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6" h="72">
                <a:moveTo>
                  <a:pt x="66" y="51"/>
                </a:moveTo>
                <a:lnTo>
                  <a:pt x="32" y="0"/>
                </a:lnTo>
                <a:lnTo>
                  <a:pt x="9" y="17"/>
                </a:lnTo>
                <a:lnTo>
                  <a:pt x="3" y="26"/>
                </a:lnTo>
                <a:lnTo>
                  <a:pt x="0" y="37"/>
                </a:lnTo>
                <a:lnTo>
                  <a:pt x="0" y="50"/>
                </a:lnTo>
                <a:lnTo>
                  <a:pt x="3" y="60"/>
                </a:lnTo>
                <a:lnTo>
                  <a:pt x="12" y="68"/>
                </a:lnTo>
                <a:lnTo>
                  <a:pt x="23" y="72"/>
                </a:lnTo>
                <a:lnTo>
                  <a:pt x="32" y="72"/>
                </a:lnTo>
                <a:lnTo>
                  <a:pt x="43" y="68"/>
                </a:lnTo>
                <a:lnTo>
                  <a:pt x="66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23570640" y="3828960"/>
            <a:ext cx="73800" cy="37080"/>
          </a:xfrm>
          <a:custGeom>
            <a:avLst/>
            <a:gdLst>
              <a:gd name="textAreaLeft" fmla="*/ 0 w 73800"/>
              <a:gd name="textAreaRight" fmla="*/ 74160 w 73800"/>
              <a:gd name="textAreaTop" fmla="*/ 0 h 37080"/>
              <a:gd name="textAreaBottom" fmla="*/ 37440 h 37080"/>
            </a:gdLst>
            <a:ahLst/>
            <a:rect l="textAreaLeft" t="textAreaTop" r="textAreaRight" b="textAreaBottom"/>
            <a:pathLst>
              <a:path fill="none" w="206" h="104">
                <a:moveTo>
                  <a:pt x="0" y="104"/>
                </a:moveTo>
                <a:cubicBezTo>
                  <a:pt x="82" y="46"/>
                  <a:pt x="146" y="14"/>
                  <a:pt x="206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3468760" y="3903840"/>
            <a:ext cx="21960" cy="23400"/>
          </a:xfrm>
          <a:custGeom>
            <a:avLst/>
            <a:gdLst>
              <a:gd name="textAreaLeft" fmla="*/ 0 w 21960"/>
              <a:gd name="textAreaRight" fmla="*/ 22320 w 2196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2" h="66">
                <a:moveTo>
                  <a:pt x="11" y="0"/>
                </a:moveTo>
                <a:lnTo>
                  <a:pt x="0" y="60"/>
                </a:lnTo>
                <a:lnTo>
                  <a:pt x="28" y="66"/>
                </a:lnTo>
                <a:lnTo>
                  <a:pt x="37" y="66"/>
                </a:lnTo>
                <a:lnTo>
                  <a:pt x="50" y="62"/>
                </a:lnTo>
                <a:lnTo>
                  <a:pt x="58" y="54"/>
                </a:lnTo>
                <a:lnTo>
                  <a:pt x="62" y="43"/>
                </a:lnTo>
                <a:lnTo>
                  <a:pt x="62" y="32"/>
                </a:lnTo>
                <a:lnTo>
                  <a:pt x="58" y="20"/>
                </a:lnTo>
                <a:lnTo>
                  <a:pt x="50" y="12"/>
                </a:lnTo>
                <a:lnTo>
                  <a:pt x="37" y="7"/>
                </a:lnTo>
                <a:lnTo>
                  <a:pt x="1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23544720" y="3907800"/>
            <a:ext cx="23760" cy="25560"/>
          </a:xfrm>
          <a:custGeom>
            <a:avLst/>
            <a:gdLst>
              <a:gd name="textAreaLeft" fmla="*/ 0 w 23760"/>
              <a:gd name="textAreaRight" fmla="*/ 24120 w 2376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7" h="72">
                <a:moveTo>
                  <a:pt x="20" y="72"/>
                </a:moveTo>
                <a:lnTo>
                  <a:pt x="67" y="41"/>
                </a:lnTo>
                <a:lnTo>
                  <a:pt x="53" y="15"/>
                </a:lnTo>
                <a:lnTo>
                  <a:pt x="47" y="5"/>
                </a:lnTo>
                <a:lnTo>
                  <a:pt x="34" y="1"/>
                </a:lnTo>
                <a:lnTo>
                  <a:pt x="23" y="0"/>
                </a:lnTo>
                <a:lnTo>
                  <a:pt x="14" y="4"/>
                </a:lnTo>
                <a:lnTo>
                  <a:pt x="5" y="12"/>
                </a:lnTo>
                <a:lnTo>
                  <a:pt x="2" y="24"/>
                </a:lnTo>
                <a:lnTo>
                  <a:pt x="0" y="36"/>
                </a:lnTo>
                <a:lnTo>
                  <a:pt x="5" y="47"/>
                </a:lnTo>
                <a:lnTo>
                  <a:pt x="2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3691240" y="3582000"/>
            <a:ext cx="430200" cy="381240"/>
          </a:xfrm>
          <a:custGeom>
            <a:avLst/>
            <a:gdLst>
              <a:gd name="textAreaLeft" fmla="*/ 0 w 430200"/>
              <a:gd name="textAreaRight" fmla="*/ 430560 w 430200"/>
              <a:gd name="textAreaTop" fmla="*/ 0 h 381240"/>
              <a:gd name="textAreaBottom" fmla="*/ 381600 h 381240"/>
            </a:gdLst>
            <a:ahLst/>
            <a:rect l="textAreaLeft" t="textAreaTop" r="textAreaRight" b="textAreaBottom"/>
            <a:pathLst>
              <a:path fill="none" w="1196" h="1060">
                <a:moveTo>
                  <a:pt x="0" y="0"/>
                </a:moveTo>
                <a:cubicBezTo>
                  <a:pt x="60" y="897"/>
                  <a:pt x="881" y="794"/>
                  <a:pt x="1196" y="106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3793840" y="3612240"/>
            <a:ext cx="23040" cy="23760"/>
          </a:xfrm>
          <a:custGeom>
            <a:avLst/>
            <a:gdLst>
              <a:gd name="textAreaLeft" fmla="*/ 0 w 23040"/>
              <a:gd name="textAreaRight" fmla="*/ 23400 w 2304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5" h="67">
                <a:moveTo>
                  <a:pt x="56" y="0"/>
                </a:moveTo>
                <a:lnTo>
                  <a:pt x="0" y="16"/>
                </a:lnTo>
                <a:lnTo>
                  <a:pt x="9" y="45"/>
                </a:lnTo>
                <a:lnTo>
                  <a:pt x="14" y="56"/>
                </a:lnTo>
                <a:lnTo>
                  <a:pt x="21" y="64"/>
                </a:lnTo>
                <a:lnTo>
                  <a:pt x="33" y="67"/>
                </a:lnTo>
                <a:lnTo>
                  <a:pt x="44" y="67"/>
                </a:lnTo>
                <a:lnTo>
                  <a:pt x="53" y="62"/>
                </a:lnTo>
                <a:lnTo>
                  <a:pt x="59" y="53"/>
                </a:lnTo>
                <a:lnTo>
                  <a:pt x="65" y="42"/>
                </a:lnTo>
                <a:lnTo>
                  <a:pt x="65" y="29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 flipH="1">
            <a:off x="24200280" y="3477600"/>
            <a:ext cx="143640" cy="1663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55" name=""/>
          <p:cNvSpPr/>
          <p:nvPr/>
        </p:nvSpPr>
        <p:spPr>
          <a:xfrm>
            <a:off x="24335280" y="3459960"/>
            <a:ext cx="24120" cy="26640"/>
          </a:xfrm>
          <a:custGeom>
            <a:avLst/>
            <a:gdLst>
              <a:gd name="textAreaLeft" fmla="*/ 0 w 24120"/>
              <a:gd name="textAreaRight" fmla="*/ 24480 w 24120"/>
              <a:gd name="textAreaTop" fmla="*/ 0 h 26640"/>
              <a:gd name="textAreaBottom" fmla="*/ 27000 h 26640"/>
            </a:gdLst>
            <a:ahLst/>
            <a:rect l="textAreaLeft" t="textAreaTop" r="textAreaRight" b="textAreaBottom"/>
            <a:pathLst>
              <a:path w="68" h="75">
                <a:moveTo>
                  <a:pt x="0" y="33"/>
                </a:moveTo>
                <a:lnTo>
                  <a:pt x="42" y="75"/>
                </a:lnTo>
                <a:lnTo>
                  <a:pt x="62" y="52"/>
                </a:lnTo>
                <a:lnTo>
                  <a:pt x="68" y="42"/>
                </a:lnTo>
                <a:lnTo>
                  <a:pt x="68" y="31"/>
                </a:lnTo>
                <a:lnTo>
                  <a:pt x="68" y="19"/>
                </a:lnTo>
                <a:lnTo>
                  <a:pt x="59" y="10"/>
                </a:lnTo>
                <a:lnTo>
                  <a:pt x="50" y="4"/>
                </a:lnTo>
                <a:lnTo>
                  <a:pt x="38" y="0"/>
                </a:lnTo>
                <a:lnTo>
                  <a:pt x="29" y="5"/>
                </a:lnTo>
                <a:lnTo>
                  <a:pt x="20" y="12"/>
                </a:lnTo>
                <a:lnTo>
                  <a:pt x="0" y="3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4258600" y="3548880"/>
            <a:ext cx="21600" cy="24120"/>
          </a:xfrm>
          <a:custGeom>
            <a:avLst/>
            <a:gdLst>
              <a:gd name="textAreaLeft" fmla="*/ 0 w 21600"/>
              <a:gd name="textAreaRight" fmla="*/ 21960 w 2160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1" h="68">
                <a:moveTo>
                  <a:pt x="55" y="0"/>
                </a:moveTo>
                <a:lnTo>
                  <a:pt x="0" y="16"/>
                </a:lnTo>
                <a:lnTo>
                  <a:pt x="5" y="46"/>
                </a:lnTo>
                <a:lnTo>
                  <a:pt x="11" y="56"/>
                </a:lnTo>
                <a:lnTo>
                  <a:pt x="19" y="64"/>
                </a:lnTo>
                <a:lnTo>
                  <a:pt x="30" y="68"/>
                </a:lnTo>
                <a:lnTo>
                  <a:pt x="41" y="67"/>
                </a:lnTo>
                <a:lnTo>
                  <a:pt x="50" y="62"/>
                </a:lnTo>
                <a:lnTo>
                  <a:pt x="58" y="54"/>
                </a:lnTo>
                <a:lnTo>
                  <a:pt x="61" y="43"/>
                </a:lnTo>
                <a:lnTo>
                  <a:pt x="61" y="31"/>
                </a:lnTo>
                <a:lnTo>
                  <a:pt x="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3701320" y="3636360"/>
            <a:ext cx="554040" cy="103320"/>
          </a:xfrm>
          <a:custGeom>
            <a:avLst/>
            <a:gdLst>
              <a:gd name="textAreaLeft" fmla="*/ 0 w 554040"/>
              <a:gd name="textAreaRight" fmla="*/ 554400 w 554040"/>
              <a:gd name="textAreaTop" fmla="*/ 0 h 103320"/>
              <a:gd name="textAreaBottom" fmla="*/ 103680 h 103320"/>
            </a:gdLst>
            <a:ahLst/>
            <a:rect l="textAreaLeft" t="textAreaTop" r="textAreaRight" b="textAreaBottom"/>
            <a:pathLst>
              <a:path fill="none" w="1540" h="288">
                <a:moveTo>
                  <a:pt x="1540" y="288"/>
                </a:moveTo>
                <a:cubicBezTo>
                  <a:pt x="1113" y="101"/>
                  <a:pt x="312" y="405"/>
                  <a:pt x="0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3713920" y="3554280"/>
            <a:ext cx="579960" cy="121680"/>
          </a:xfrm>
          <a:custGeom>
            <a:avLst/>
            <a:gdLst>
              <a:gd name="textAreaLeft" fmla="*/ 0 w 579960"/>
              <a:gd name="textAreaRight" fmla="*/ 580320 w 579960"/>
              <a:gd name="textAreaTop" fmla="*/ 0 h 121680"/>
              <a:gd name="textAreaBottom" fmla="*/ 122040 h 121680"/>
            </a:gdLst>
            <a:ahLst/>
            <a:rect l="textAreaLeft" t="textAreaTop" r="textAreaRight" b="textAreaBottom"/>
            <a:pathLst>
              <a:path fill="none" w="1612" h="339">
                <a:moveTo>
                  <a:pt x="0" y="0"/>
                </a:moveTo>
                <a:cubicBezTo>
                  <a:pt x="309" y="454"/>
                  <a:pt x="909" y="87"/>
                  <a:pt x="1612" y="339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4082560" y="3625560"/>
            <a:ext cx="24120" cy="26280"/>
          </a:xfrm>
          <a:custGeom>
            <a:avLst/>
            <a:gdLst>
              <a:gd name="textAreaLeft" fmla="*/ 0 w 24120"/>
              <a:gd name="textAreaRight" fmla="*/ 24480 w 2412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8" h="74">
                <a:moveTo>
                  <a:pt x="39" y="0"/>
                </a:moveTo>
                <a:lnTo>
                  <a:pt x="0" y="43"/>
                </a:lnTo>
                <a:lnTo>
                  <a:pt x="19" y="65"/>
                </a:lnTo>
                <a:lnTo>
                  <a:pt x="30" y="72"/>
                </a:lnTo>
                <a:lnTo>
                  <a:pt x="39" y="74"/>
                </a:lnTo>
                <a:lnTo>
                  <a:pt x="51" y="71"/>
                </a:lnTo>
                <a:lnTo>
                  <a:pt x="59" y="65"/>
                </a:lnTo>
                <a:lnTo>
                  <a:pt x="65" y="55"/>
                </a:lnTo>
                <a:lnTo>
                  <a:pt x="68" y="42"/>
                </a:lnTo>
                <a:lnTo>
                  <a:pt x="65" y="30"/>
                </a:lnTo>
                <a:lnTo>
                  <a:pt x="59" y="21"/>
                </a:lnTo>
                <a:lnTo>
                  <a:pt x="3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4143040" y="3631680"/>
            <a:ext cx="23040" cy="23760"/>
          </a:xfrm>
          <a:custGeom>
            <a:avLst/>
            <a:gdLst>
              <a:gd name="textAreaLeft" fmla="*/ 0 w 23040"/>
              <a:gd name="textAreaRight" fmla="*/ 23400 w 2304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5" h="67">
                <a:moveTo>
                  <a:pt x="65" y="14"/>
                </a:moveTo>
                <a:lnTo>
                  <a:pt x="9" y="0"/>
                </a:lnTo>
                <a:lnTo>
                  <a:pt x="3" y="30"/>
                </a:lnTo>
                <a:lnTo>
                  <a:pt x="0" y="41"/>
                </a:lnTo>
                <a:lnTo>
                  <a:pt x="6" y="53"/>
                </a:lnTo>
                <a:lnTo>
                  <a:pt x="12" y="62"/>
                </a:lnTo>
                <a:lnTo>
                  <a:pt x="23" y="66"/>
                </a:lnTo>
                <a:lnTo>
                  <a:pt x="35" y="67"/>
                </a:lnTo>
                <a:lnTo>
                  <a:pt x="43" y="63"/>
                </a:lnTo>
                <a:lnTo>
                  <a:pt x="52" y="55"/>
                </a:lnTo>
                <a:lnTo>
                  <a:pt x="58" y="45"/>
                </a:lnTo>
                <a:lnTo>
                  <a:pt x="65" y="1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4184440" y="363492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68" y="42"/>
                </a:moveTo>
                <a:lnTo>
                  <a:pt x="26" y="0"/>
                </a:lnTo>
                <a:lnTo>
                  <a:pt x="6" y="24"/>
                </a:lnTo>
                <a:lnTo>
                  <a:pt x="1" y="33"/>
                </a:lnTo>
                <a:lnTo>
                  <a:pt x="0" y="45"/>
                </a:lnTo>
                <a:lnTo>
                  <a:pt x="3" y="56"/>
                </a:lnTo>
                <a:lnTo>
                  <a:pt x="9" y="66"/>
                </a:lnTo>
                <a:lnTo>
                  <a:pt x="18" y="72"/>
                </a:lnTo>
                <a:lnTo>
                  <a:pt x="29" y="73"/>
                </a:lnTo>
                <a:lnTo>
                  <a:pt x="38" y="71"/>
                </a:lnTo>
                <a:lnTo>
                  <a:pt x="47" y="64"/>
                </a:lnTo>
                <a:lnTo>
                  <a:pt x="68" y="4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4288480" y="3664800"/>
            <a:ext cx="23040" cy="24840"/>
          </a:xfrm>
          <a:custGeom>
            <a:avLst/>
            <a:gdLst>
              <a:gd name="textAreaLeft" fmla="*/ 0 w 23040"/>
              <a:gd name="textAreaRight" fmla="*/ 23400 w 2304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5" h="70">
                <a:moveTo>
                  <a:pt x="20" y="0"/>
                </a:moveTo>
                <a:lnTo>
                  <a:pt x="0" y="57"/>
                </a:lnTo>
                <a:lnTo>
                  <a:pt x="26" y="68"/>
                </a:lnTo>
                <a:lnTo>
                  <a:pt x="39" y="70"/>
                </a:lnTo>
                <a:lnTo>
                  <a:pt x="50" y="66"/>
                </a:lnTo>
                <a:lnTo>
                  <a:pt x="59" y="59"/>
                </a:lnTo>
                <a:lnTo>
                  <a:pt x="65" y="49"/>
                </a:lnTo>
                <a:lnTo>
                  <a:pt x="65" y="36"/>
                </a:lnTo>
                <a:lnTo>
                  <a:pt x="62" y="25"/>
                </a:lnTo>
                <a:lnTo>
                  <a:pt x="56" y="16"/>
                </a:lnTo>
                <a:lnTo>
                  <a:pt x="47" y="10"/>
                </a:lnTo>
                <a:lnTo>
                  <a:pt x="2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4780960" y="3488400"/>
            <a:ext cx="242640" cy="849240"/>
          </a:xfrm>
          <a:custGeom>
            <a:avLst/>
            <a:gdLst>
              <a:gd name="textAreaLeft" fmla="*/ 0 w 242640"/>
              <a:gd name="textAreaRight" fmla="*/ 243000 w 242640"/>
              <a:gd name="textAreaTop" fmla="*/ 0 h 849240"/>
              <a:gd name="textAreaBottom" fmla="*/ 849600 h 849240"/>
            </a:gdLst>
            <a:ahLst/>
            <a:rect l="textAreaLeft" t="textAreaTop" r="textAreaRight" b="textAreaBottom"/>
            <a:pathLst>
              <a:path fill="none" w="675" h="2360">
                <a:moveTo>
                  <a:pt x="0" y="0"/>
                </a:moveTo>
                <a:cubicBezTo>
                  <a:pt x="47" y="153"/>
                  <a:pt x="429" y="1389"/>
                  <a:pt x="556" y="1746"/>
                </a:cubicBezTo>
                <a:cubicBezTo>
                  <a:pt x="680" y="2093"/>
                  <a:pt x="778" y="2264"/>
                  <a:pt x="472" y="2284"/>
                </a:cubicBezTo>
                <a:cubicBezTo>
                  <a:pt x="226" y="2220"/>
                  <a:pt x="113" y="2360"/>
                  <a:pt x="113" y="2360"/>
                </a:cubicBezTo>
                <a:cubicBezTo>
                  <a:pt x="113" y="2360"/>
                  <a:pt x="-43" y="2246"/>
                  <a:pt x="95" y="2089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3738760" y="374760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45" y="71"/>
                </a:moveTo>
                <a:lnTo>
                  <a:pt x="65" y="14"/>
                </a:lnTo>
                <a:lnTo>
                  <a:pt x="41" y="2"/>
                </a:lnTo>
                <a:lnTo>
                  <a:pt x="30" y="0"/>
                </a:lnTo>
                <a:lnTo>
                  <a:pt x="19" y="2"/>
                </a:lnTo>
                <a:lnTo>
                  <a:pt x="9" y="9"/>
                </a:lnTo>
                <a:lnTo>
                  <a:pt x="3" y="19"/>
                </a:lnTo>
                <a:lnTo>
                  <a:pt x="0" y="30"/>
                </a:lnTo>
                <a:lnTo>
                  <a:pt x="3" y="41"/>
                </a:lnTo>
                <a:lnTo>
                  <a:pt x="9" y="53"/>
                </a:lnTo>
                <a:lnTo>
                  <a:pt x="19" y="59"/>
                </a:lnTo>
                <a:lnTo>
                  <a:pt x="45" y="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4249960" y="372852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21" y="0"/>
                </a:moveTo>
                <a:lnTo>
                  <a:pt x="0" y="57"/>
                </a:lnTo>
                <a:lnTo>
                  <a:pt x="24" y="69"/>
                </a:lnTo>
                <a:lnTo>
                  <a:pt x="35" y="71"/>
                </a:lnTo>
                <a:lnTo>
                  <a:pt x="47" y="69"/>
                </a:lnTo>
                <a:lnTo>
                  <a:pt x="55" y="63"/>
                </a:lnTo>
                <a:lnTo>
                  <a:pt x="61" y="53"/>
                </a:lnTo>
                <a:lnTo>
                  <a:pt x="65" y="42"/>
                </a:lnTo>
                <a:lnTo>
                  <a:pt x="61" y="29"/>
                </a:lnTo>
                <a:lnTo>
                  <a:pt x="55" y="19"/>
                </a:lnTo>
                <a:lnTo>
                  <a:pt x="47" y="12"/>
                </a:lnTo>
                <a:lnTo>
                  <a:pt x="2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3756400" y="3761640"/>
            <a:ext cx="462600" cy="40320"/>
          </a:xfrm>
          <a:custGeom>
            <a:avLst/>
            <a:gdLst>
              <a:gd name="textAreaLeft" fmla="*/ 0 w 462600"/>
              <a:gd name="textAreaRight" fmla="*/ 462960 w 462600"/>
              <a:gd name="textAreaTop" fmla="*/ 0 h 40320"/>
              <a:gd name="textAreaBottom" fmla="*/ 40680 h 40320"/>
            </a:gdLst>
            <a:ahLst/>
            <a:rect l="textAreaLeft" t="textAreaTop" r="textAreaRight" b="textAreaBottom"/>
            <a:pathLst>
              <a:path fill="none" w="1286" h="113">
                <a:moveTo>
                  <a:pt x="1286" y="113"/>
                </a:moveTo>
                <a:cubicBezTo>
                  <a:pt x="965" y="-6"/>
                  <a:pt x="342" y="145"/>
                  <a:pt x="0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4213600" y="3790800"/>
            <a:ext cx="23040" cy="24840"/>
          </a:xfrm>
          <a:custGeom>
            <a:avLst/>
            <a:gdLst>
              <a:gd name="textAreaLeft" fmla="*/ 0 w 23040"/>
              <a:gd name="textAreaRight" fmla="*/ 23400 w 2304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5" h="70">
                <a:moveTo>
                  <a:pt x="18" y="0"/>
                </a:moveTo>
                <a:lnTo>
                  <a:pt x="0" y="57"/>
                </a:lnTo>
                <a:lnTo>
                  <a:pt x="26" y="68"/>
                </a:lnTo>
                <a:lnTo>
                  <a:pt x="35" y="70"/>
                </a:lnTo>
                <a:lnTo>
                  <a:pt x="47" y="67"/>
                </a:lnTo>
                <a:lnTo>
                  <a:pt x="55" y="59"/>
                </a:lnTo>
                <a:lnTo>
                  <a:pt x="62" y="49"/>
                </a:lnTo>
                <a:lnTo>
                  <a:pt x="65" y="37"/>
                </a:lnTo>
                <a:lnTo>
                  <a:pt x="60" y="26"/>
                </a:lnTo>
                <a:lnTo>
                  <a:pt x="52" y="16"/>
                </a:lnTo>
                <a:lnTo>
                  <a:pt x="44" y="10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3874840" y="3851280"/>
            <a:ext cx="21960" cy="23400"/>
          </a:xfrm>
          <a:custGeom>
            <a:avLst/>
            <a:gdLst>
              <a:gd name="textAreaLeft" fmla="*/ 0 w 21960"/>
              <a:gd name="textAreaRight" fmla="*/ 22320 w 2196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2" h="66">
                <a:moveTo>
                  <a:pt x="51" y="66"/>
                </a:moveTo>
                <a:lnTo>
                  <a:pt x="62" y="6"/>
                </a:lnTo>
                <a:lnTo>
                  <a:pt x="34" y="0"/>
                </a:lnTo>
                <a:lnTo>
                  <a:pt x="25" y="0"/>
                </a:lnTo>
                <a:lnTo>
                  <a:pt x="12" y="4"/>
                </a:lnTo>
                <a:lnTo>
                  <a:pt x="3" y="12"/>
                </a:lnTo>
                <a:lnTo>
                  <a:pt x="0" y="24"/>
                </a:lnTo>
                <a:lnTo>
                  <a:pt x="0" y="36"/>
                </a:lnTo>
                <a:lnTo>
                  <a:pt x="3" y="46"/>
                </a:lnTo>
                <a:lnTo>
                  <a:pt x="12" y="55"/>
                </a:lnTo>
                <a:lnTo>
                  <a:pt x="25" y="59"/>
                </a:lnTo>
                <a:lnTo>
                  <a:pt x="51" y="6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3892480" y="3861720"/>
            <a:ext cx="284040" cy="10080"/>
          </a:xfrm>
          <a:custGeom>
            <a:avLst/>
            <a:gdLst>
              <a:gd name="textAreaLeft" fmla="*/ 0 w 284040"/>
              <a:gd name="textAreaRight" fmla="*/ 284400 w 284040"/>
              <a:gd name="textAreaTop" fmla="*/ 0 h 10080"/>
              <a:gd name="textAreaBottom" fmla="*/ 10440 h 10080"/>
            </a:gdLst>
            <a:ahLst/>
            <a:rect l="textAreaLeft" t="textAreaTop" r="textAreaRight" b="textAreaBottom"/>
            <a:pathLst>
              <a:path fill="none" w="790" h="29">
                <a:moveTo>
                  <a:pt x="790" y="29"/>
                </a:moveTo>
                <a:cubicBezTo>
                  <a:pt x="579" y="-36"/>
                  <a:pt x="151" y="31"/>
                  <a:pt x="0" y="3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720" bIns="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4172200" y="3861000"/>
            <a:ext cx="21960" cy="24480"/>
          </a:xfrm>
          <a:custGeom>
            <a:avLst/>
            <a:gdLst>
              <a:gd name="textAreaLeft" fmla="*/ 0 w 21960"/>
              <a:gd name="textAreaRight" fmla="*/ 22320 w 2196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2" h="69">
                <a:moveTo>
                  <a:pt x="14" y="0"/>
                </a:moveTo>
                <a:lnTo>
                  <a:pt x="0" y="58"/>
                </a:lnTo>
                <a:lnTo>
                  <a:pt x="26" y="68"/>
                </a:lnTo>
                <a:lnTo>
                  <a:pt x="37" y="69"/>
                </a:lnTo>
                <a:lnTo>
                  <a:pt x="48" y="64"/>
                </a:lnTo>
                <a:lnTo>
                  <a:pt x="56" y="57"/>
                </a:lnTo>
                <a:lnTo>
                  <a:pt x="62" y="47"/>
                </a:lnTo>
                <a:lnTo>
                  <a:pt x="62" y="35"/>
                </a:lnTo>
                <a:lnTo>
                  <a:pt x="59" y="23"/>
                </a:lnTo>
                <a:lnTo>
                  <a:pt x="53" y="14"/>
                </a:lnTo>
                <a:lnTo>
                  <a:pt x="40" y="9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3274360" y="396756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53" y="64"/>
                </a:moveTo>
                <a:lnTo>
                  <a:pt x="59" y="3"/>
                </a:lnTo>
                <a:lnTo>
                  <a:pt x="32" y="0"/>
                </a:lnTo>
                <a:lnTo>
                  <a:pt x="20" y="1"/>
                </a:lnTo>
                <a:lnTo>
                  <a:pt x="11" y="6"/>
                </a:lnTo>
                <a:lnTo>
                  <a:pt x="3" y="15"/>
                </a:lnTo>
                <a:lnTo>
                  <a:pt x="0" y="26"/>
                </a:lnTo>
                <a:lnTo>
                  <a:pt x="0" y="38"/>
                </a:lnTo>
                <a:lnTo>
                  <a:pt x="6" y="50"/>
                </a:lnTo>
                <a:lnTo>
                  <a:pt x="15" y="57"/>
                </a:lnTo>
                <a:lnTo>
                  <a:pt x="24" y="61"/>
                </a:lnTo>
                <a:lnTo>
                  <a:pt x="53" y="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3550840" y="3964680"/>
            <a:ext cx="118440" cy="109800"/>
          </a:xfrm>
          <a:custGeom>
            <a:avLst/>
            <a:gdLst>
              <a:gd name="textAreaLeft" fmla="*/ 0 w 118440"/>
              <a:gd name="textAreaRight" fmla="*/ 118800 w 118440"/>
              <a:gd name="textAreaTop" fmla="*/ 0 h 109800"/>
              <a:gd name="textAreaBottom" fmla="*/ 110160 h 109800"/>
            </a:gdLst>
            <a:ahLst/>
            <a:rect l="textAreaLeft" t="textAreaTop" r="textAreaRight" b="textAreaBottom"/>
            <a:pathLst>
              <a:path fill="none" w="330" h="306">
                <a:moveTo>
                  <a:pt x="0" y="306"/>
                </a:moveTo>
                <a:cubicBezTo>
                  <a:pt x="47" y="224"/>
                  <a:pt x="170" y="54"/>
                  <a:pt x="330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3559120" y="3926160"/>
            <a:ext cx="42840" cy="727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74" name=""/>
          <p:cNvSpPr/>
          <p:nvPr/>
        </p:nvSpPr>
        <p:spPr>
          <a:xfrm>
            <a:off x="23597280" y="3827520"/>
            <a:ext cx="208440" cy="401400"/>
          </a:xfrm>
          <a:custGeom>
            <a:avLst/>
            <a:gdLst>
              <a:gd name="textAreaLeft" fmla="*/ 0 w 208440"/>
              <a:gd name="textAreaRight" fmla="*/ 208800 w 208440"/>
              <a:gd name="textAreaTop" fmla="*/ 0 h 401400"/>
              <a:gd name="textAreaBottom" fmla="*/ 401760 h 401400"/>
            </a:gdLst>
            <a:ahLst/>
            <a:rect l="textAreaLeft" t="textAreaTop" r="textAreaRight" b="textAreaBottom"/>
            <a:pathLst>
              <a:path fill="none" w="580" h="1116">
                <a:moveTo>
                  <a:pt x="580" y="0"/>
                </a:moveTo>
                <a:cubicBezTo>
                  <a:pt x="-121" y="544"/>
                  <a:pt x="215" y="904"/>
                  <a:pt x="0" y="1116"/>
                </a:cubicBezTo>
                <a:cubicBezTo>
                  <a:pt x="175" y="1116"/>
                  <a:pt x="195" y="1090"/>
                  <a:pt x="282" y="99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3646600" y="3718440"/>
            <a:ext cx="113040" cy="205560"/>
          </a:xfrm>
          <a:custGeom>
            <a:avLst/>
            <a:gdLst>
              <a:gd name="textAreaLeft" fmla="*/ 0 w 113040"/>
              <a:gd name="textAreaRight" fmla="*/ 113400 w 113040"/>
              <a:gd name="textAreaTop" fmla="*/ 0 h 205560"/>
              <a:gd name="textAreaBottom" fmla="*/ 205920 h 205560"/>
            </a:gdLst>
            <a:ahLst/>
            <a:rect l="textAreaLeft" t="textAreaTop" r="textAreaRight" b="textAreaBottom"/>
            <a:pathLst>
              <a:path fill="none" w="315" h="572">
                <a:moveTo>
                  <a:pt x="315" y="381"/>
                </a:moveTo>
                <a:cubicBezTo>
                  <a:pt x="199" y="284"/>
                  <a:pt x="54" y="169"/>
                  <a:pt x="31" y="0"/>
                </a:cubicBezTo>
                <a:cubicBezTo>
                  <a:pt x="-56" y="263"/>
                  <a:pt x="63" y="455"/>
                  <a:pt x="136" y="572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3799960" y="3810960"/>
            <a:ext cx="23400" cy="25920"/>
          </a:xfrm>
          <a:custGeom>
            <a:avLst/>
            <a:gdLst>
              <a:gd name="textAreaLeft" fmla="*/ 0 w 23400"/>
              <a:gd name="textAreaRight" fmla="*/ 23760 w 2340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6" h="73">
                <a:moveTo>
                  <a:pt x="0" y="24"/>
                </a:moveTo>
                <a:lnTo>
                  <a:pt x="33" y="73"/>
                </a:lnTo>
                <a:lnTo>
                  <a:pt x="57" y="56"/>
                </a:lnTo>
                <a:lnTo>
                  <a:pt x="62" y="47"/>
                </a:lnTo>
                <a:lnTo>
                  <a:pt x="66" y="36"/>
                </a:lnTo>
                <a:lnTo>
                  <a:pt x="66" y="24"/>
                </a:lnTo>
                <a:lnTo>
                  <a:pt x="62" y="12"/>
                </a:lnTo>
                <a:lnTo>
                  <a:pt x="54" y="4"/>
                </a:lnTo>
                <a:lnTo>
                  <a:pt x="43" y="0"/>
                </a:lnTo>
                <a:lnTo>
                  <a:pt x="33" y="1"/>
                </a:lnTo>
                <a:lnTo>
                  <a:pt x="21" y="5"/>
                </a:lnTo>
                <a:lnTo>
                  <a:pt x="0" y="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3615280" y="3884760"/>
            <a:ext cx="48960" cy="83880"/>
          </a:xfrm>
          <a:custGeom>
            <a:avLst/>
            <a:gdLst>
              <a:gd name="textAreaLeft" fmla="*/ 0 w 48960"/>
              <a:gd name="textAreaRight" fmla="*/ 49320 w 48960"/>
              <a:gd name="textAreaTop" fmla="*/ 0 h 83880"/>
              <a:gd name="textAreaBottom" fmla="*/ 84240 h 83880"/>
            </a:gdLst>
            <a:ahLst/>
            <a:rect l="textAreaLeft" t="textAreaTop" r="textAreaRight" b="textAreaBottom"/>
            <a:pathLst>
              <a:path fill="none" w="137" h="234">
                <a:moveTo>
                  <a:pt x="69" y="234"/>
                </a:moveTo>
                <a:lnTo>
                  <a:pt x="0" y="73"/>
                </a:lnTo>
                <a:lnTo>
                  <a:pt x="137" y="0"/>
                </a:ln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3657760" y="387000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0" y="16"/>
                </a:moveTo>
                <a:lnTo>
                  <a:pt x="26" y="71"/>
                </a:lnTo>
                <a:lnTo>
                  <a:pt x="50" y="57"/>
                </a:lnTo>
                <a:lnTo>
                  <a:pt x="59" y="50"/>
                </a:lnTo>
                <a:lnTo>
                  <a:pt x="65" y="39"/>
                </a:lnTo>
                <a:lnTo>
                  <a:pt x="68" y="27"/>
                </a:lnTo>
                <a:lnTo>
                  <a:pt x="65" y="16"/>
                </a:lnTo>
                <a:lnTo>
                  <a:pt x="56" y="7"/>
                </a:lnTo>
                <a:lnTo>
                  <a:pt x="46" y="1"/>
                </a:lnTo>
                <a:lnTo>
                  <a:pt x="35" y="0"/>
                </a:lnTo>
                <a:lnTo>
                  <a:pt x="26" y="3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3630760" y="396252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50" y="0"/>
                </a:moveTo>
                <a:lnTo>
                  <a:pt x="0" y="26"/>
                </a:lnTo>
                <a:lnTo>
                  <a:pt x="12" y="53"/>
                </a:lnTo>
                <a:lnTo>
                  <a:pt x="18" y="63"/>
                </a:lnTo>
                <a:lnTo>
                  <a:pt x="26" y="70"/>
                </a:lnTo>
                <a:lnTo>
                  <a:pt x="38" y="71"/>
                </a:lnTo>
                <a:lnTo>
                  <a:pt x="49" y="68"/>
                </a:lnTo>
                <a:lnTo>
                  <a:pt x="59" y="61"/>
                </a:lnTo>
                <a:lnTo>
                  <a:pt x="65" y="51"/>
                </a:lnTo>
                <a:lnTo>
                  <a:pt x="65" y="39"/>
                </a:lnTo>
                <a:lnTo>
                  <a:pt x="65" y="28"/>
                </a:lnTo>
                <a:lnTo>
                  <a:pt x="5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3664960" y="3951720"/>
            <a:ext cx="23040" cy="24120"/>
          </a:xfrm>
          <a:custGeom>
            <a:avLst/>
            <a:gdLst>
              <a:gd name="textAreaLeft" fmla="*/ 0 w 23040"/>
              <a:gd name="textAreaRight" fmla="*/ 23400 w 2304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5" h="68">
                <a:moveTo>
                  <a:pt x="0" y="9"/>
                </a:moveTo>
                <a:lnTo>
                  <a:pt x="16" y="68"/>
                </a:lnTo>
                <a:lnTo>
                  <a:pt x="42" y="61"/>
                </a:lnTo>
                <a:lnTo>
                  <a:pt x="53" y="55"/>
                </a:lnTo>
                <a:lnTo>
                  <a:pt x="59" y="47"/>
                </a:lnTo>
                <a:lnTo>
                  <a:pt x="65" y="36"/>
                </a:lnTo>
                <a:lnTo>
                  <a:pt x="62" y="24"/>
                </a:lnTo>
                <a:lnTo>
                  <a:pt x="57" y="14"/>
                </a:lnTo>
                <a:lnTo>
                  <a:pt x="51" y="4"/>
                </a:lnTo>
                <a:lnTo>
                  <a:pt x="39" y="0"/>
                </a:lnTo>
                <a:lnTo>
                  <a:pt x="28" y="1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4112800" y="3953160"/>
            <a:ext cx="25200" cy="25920"/>
          </a:xfrm>
          <a:custGeom>
            <a:avLst/>
            <a:gdLst>
              <a:gd name="textAreaLeft" fmla="*/ 0 w 25200"/>
              <a:gd name="textAreaRight" fmla="*/ 25560 w 2520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71" h="73">
                <a:moveTo>
                  <a:pt x="35" y="0"/>
                </a:moveTo>
                <a:lnTo>
                  <a:pt x="0" y="46"/>
                </a:lnTo>
                <a:lnTo>
                  <a:pt x="23" y="65"/>
                </a:lnTo>
                <a:lnTo>
                  <a:pt x="32" y="72"/>
                </a:lnTo>
                <a:lnTo>
                  <a:pt x="44" y="73"/>
                </a:lnTo>
                <a:lnTo>
                  <a:pt x="52" y="69"/>
                </a:lnTo>
                <a:lnTo>
                  <a:pt x="62" y="61"/>
                </a:lnTo>
                <a:lnTo>
                  <a:pt x="68" y="50"/>
                </a:lnTo>
                <a:lnTo>
                  <a:pt x="71" y="39"/>
                </a:lnTo>
                <a:lnTo>
                  <a:pt x="65" y="28"/>
                </a:lnTo>
                <a:lnTo>
                  <a:pt x="59" y="19"/>
                </a:lnTo>
                <a:lnTo>
                  <a:pt x="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3293080" y="3979080"/>
            <a:ext cx="172080" cy="2088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83" name=""/>
          <p:cNvSpPr/>
          <p:nvPr/>
        </p:nvSpPr>
        <p:spPr>
          <a:xfrm>
            <a:off x="23462640" y="3988440"/>
            <a:ext cx="20520" cy="23040"/>
          </a:xfrm>
          <a:custGeom>
            <a:avLst/>
            <a:gdLst>
              <a:gd name="textAreaLeft" fmla="*/ 0 w 20520"/>
              <a:gd name="textAreaRight" fmla="*/ 20880 w 2052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8" h="65">
                <a:moveTo>
                  <a:pt x="5" y="0"/>
                </a:moveTo>
                <a:lnTo>
                  <a:pt x="0" y="61"/>
                </a:lnTo>
                <a:lnTo>
                  <a:pt x="29" y="65"/>
                </a:lnTo>
                <a:lnTo>
                  <a:pt x="38" y="64"/>
                </a:lnTo>
                <a:lnTo>
                  <a:pt x="50" y="58"/>
                </a:lnTo>
                <a:lnTo>
                  <a:pt x="55" y="49"/>
                </a:lnTo>
                <a:lnTo>
                  <a:pt x="58" y="37"/>
                </a:lnTo>
                <a:lnTo>
                  <a:pt x="58" y="26"/>
                </a:lnTo>
                <a:lnTo>
                  <a:pt x="53" y="15"/>
                </a:lnTo>
                <a:lnTo>
                  <a:pt x="44" y="7"/>
                </a:lnTo>
                <a:lnTo>
                  <a:pt x="35" y="4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3592240" y="399132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48" y="0"/>
                </a:moveTo>
                <a:lnTo>
                  <a:pt x="0" y="32"/>
                </a:lnTo>
                <a:lnTo>
                  <a:pt x="15" y="57"/>
                </a:lnTo>
                <a:lnTo>
                  <a:pt x="23" y="67"/>
                </a:lnTo>
                <a:lnTo>
                  <a:pt x="32" y="72"/>
                </a:lnTo>
                <a:lnTo>
                  <a:pt x="45" y="72"/>
                </a:lnTo>
                <a:lnTo>
                  <a:pt x="53" y="68"/>
                </a:lnTo>
                <a:lnTo>
                  <a:pt x="62" y="60"/>
                </a:lnTo>
                <a:lnTo>
                  <a:pt x="68" y="48"/>
                </a:lnTo>
                <a:lnTo>
                  <a:pt x="68" y="37"/>
                </a:lnTo>
                <a:lnTo>
                  <a:pt x="62" y="26"/>
                </a:lnTo>
                <a:lnTo>
                  <a:pt x="48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3696280" y="3860640"/>
            <a:ext cx="178920" cy="453960"/>
          </a:xfrm>
          <a:custGeom>
            <a:avLst/>
            <a:gdLst>
              <a:gd name="textAreaLeft" fmla="*/ 0 w 178920"/>
              <a:gd name="textAreaRight" fmla="*/ 179280 w 178920"/>
              <a:gd name="textAreaTop" fmla="*/ 0 h 453960"/>
              <a:gd name="textAreaBottom" fmla="*/ 454320 h 453960"/>
            </a:gdLst>
            <a:ahLst/>
            <a:rect l="textAreaLeft" t="textAreaTop" r="textAreaRight" b="textAreaBottom"/>
            <a:pathLst>
              <a:path fill="none" w="498" h="1262">
                <a:moveTo>
                  <a:pt x="474" y="0"/>
                </a:moveTo>
                <a:cubicBezTo>
                  <a:pt x="-41" y="259"/>
                  <a:pt x="-275" y="1147"/>
                  <a:pt x="498" y="1262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3752440" y="384552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34" y="0"/>
                </a:moveTo>
                <a:lnTo>
                  <a:pt x="0" y="48"/>
                </a:lnTo>
                <a:lnTo>
                  <a:pt x="20" y="67"/>
                </a:lnTo>
                <a:lnTo>
                  <a:pt x="32" y="72"/>
                </a:lnTo>
                <a:lnTo>
                  <a:pt x="40" y="73"/>
                </a:lnTo>
                <a:lnTo>
                  <a:pt x="52" y="69"/>
                </a:lnTo>
                <a:lnTo>
                  <a:pt x="62" y="61"/>
                </a:lnTo>
                <a:lnTo>
                  <a:pt x="67" y="50"/>
                </a:lnTo>
                <a:lnTo>
                  <a:pt x="67" y="39"/>
                </a:lnTo>
                <a:lnTo>
                  <a:pt x="64" y="28"/>
                </a:lnTo>
                <a:lnTo>
                  <a:pt x="56" y="19"/>
                </a:lnTo>
                <a:lnTo>
                  <a:pt x="3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3861520" y="384624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0" y="15"/>
                </a:moveTo>
                <a:lnTo>
                  <a:pt x="23" y="71"/>
                </a:lnTo>
                <a:lnTo>
                  <a:pt x="46" y="59"/>
                </a:lnTo>
                <a:lnTo>
                  <a:pt x="59" y="52"/>
                </a:lnTo>
                <a:lnTo>
                  <a:pt x="64" y="41"/>
                </a:lnTo>
                <a:lnTo>
                  <a:pt x="65" y="30"/>
                </a:lnTo>
                <a:lnTo>
                  <a:pt x="62" y="17"/>
                </a:lnTo>
                <a:lnTo>
                  <a:pt x="56" y="8"/>
                </a:lnTo>
                <a:lnTo>
                  <a:pt x="46" y="2"/>
                </a:lnTo>
                <a:lnTo>
                  <a:pt x="35" y="0"/>
                </a:lnTo>
                <a:lnTo>
                  <a:pt x="26" y="3"/>
                </a:lnTo>
                <a:lnTo>
                  <a:pt x="0" y="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4887880" y="3858840"/>
            <a:ext cx="23040" cy="24840"/>
          </a:xfrm>
          <a:custGeom>
            <a:avLst/>
            <a:gdLst>
              <a:gd name="textAreaLeft" fmla="*/ 0 w 23040"/>
              <a:gd name="textAreaRight" fmla="*/ 23400 w 2304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5" h="70">
                <a:moveTo>
                  <a:pt x="22" y="0"/>
                </a:moveTo>
                <a:lnTo>
                  <a:pt x="0" y="57"/>
                </a:lnTo>
                <a:lnTo>
                  <a:pt x="28" y="68"/>
                </a:lnTo>
                <a:lnTo>
                  <a:pt x="37" y="70"/>
                </a:lnTo>
                <a:lnTo>
                  <a:pt x="48" y="68"/>
                </a:lnTo>
                <a:lnTo>
                  <a:pt x="57" y="61"/>
                </a:lnTo>
                <a:lnTo>
                  <a:pt x="62" y="51"/>
                </a:lnTo>
                <a:lnTo>
                  <a:pt x="65" y="40"/>
                </a:lnTo>
                <a:lnTo>
                  <a:pt x="62" y="27"/>
                </a:lnTo>
                <a:lnTo>
                  <a:pt x="57" y="18"/>
                </a:lnTo>
                <a:lnTo>
                  <a:pt x="48" y="12"/>
                </a:lnTo>
                <a:lnTo>
                  <a:pt x="2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3685840" y="391608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47" y="0"/>
                </a:moveTo>
                <a:lnTo>
                  <a:pt x="0" y="34"/>
                </a:lnTo>
                <a:lnTo>
                  <a:pt x="15" y="59"/>
                </a:lnTo>
                <a:lnTo>
                  <a:pt x="23" y="68"/>
                </a:lnTo>
                <a:lnTo>
                  <a:pt x="32" y="72"/>
                </a:lnTo>
                <a:lnTo>
                  <a:pt x="44" y="72"/>
                </a:lnTo>
                <a:lnTo>
                  <a:pt x="54" y="68"/>
                </a:lnTo>
                <a:lnTo>
                  <a:pt x="62" y="59"/>
                </a:lnTo>
                <a:lnTo>
                  <a:pt x="68" y="48"/>
                </a:lnTo>
                <a:lnTo>
                  <a:pt x="68" y="37"/>
                </a:lnTo>
                <a:lnTo>
                  <a:pt x="62" y="26"/>
                </a:lnTo>
                <a:lnTo>
                  <a:pt x="4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3211000" y="4055400"/>
            <a:ext cx="19800" cy="21960"/>
          </a:xfrm>
          <a:custGeom>
            <a:avLst/>
            <a:gdLst>
              <a:gd name="textAreaLeft" fmla="*/ 0 w 19800"/>
              <a:gd name="textAreaRight" fmla="*/ 20160 w 1980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6" h="62">
                <a:moveTo>
                  <a:pt x="56" y="62"/>
                </a:moveTo>
                <a:lnTo>
                  <a:pt x="56" y="0"/>
                </a:lnTo>
                <a:lnTo>
                  <a:pt x="28" y="0"/>
                </a:lnTo>
                <a:lnTo>
                  <a:pt x="18" y="2"/>
                </a:lnTo>
                <a:lnTo>
                  <a:pt x="9" y="8"/>
                </a:lnTo>
                <a:lnTo>
                  <a:pt x="0" y="18"/>
                </a:lnTo>
                <a:lnTo>
                  <a:pt x="0" y="29"/>
                </a:lnTo>
                <a:lnTo>
                  <a:pt x="0" y="40"/>
                </a:lnTo>
                <a:lnTo>
                  <a:pt x="8" y="52"/>
                </a:lnTo>
                <a:lnTo>
                  <a:pt x="18" y="59"/>
                </a:lnTo>
                <a:lnTo>
                  <a:pt x="27" y="61"/>
                </a:lnTo>
                <a:lnTo>
                  <a:pt x="56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3229720" y="4066200"/>
            <a:ext cx="235440" cy="57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92" name=""/>
          <p:cNvSpPr/>
          <p:nvPr/>
        </p:nvSpPr>
        <p:spPr>
          <a:xfrm>
            <a:off x="23463360" y="4060440"/>
            <a:ext cx="20160" cy="21960"/>
          </a:xfrm>
          <a:custGeom>
            <a:avLst/>
            <a:gdLst>
              <a:gd name="textAreaLeft" fmla="*/ 0 w 20160"/>
              <a:gd name="textAreaRight" fmla="*/ 20520 w 2016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7" h="62">
                <a:moveTo>
                  <a:pt x="0" y="0"/>
                </a:moveTo>
                <a:lnTo>
                  <a:pt x="0" y="62"/>
                </a:lnTo>
                <a:lnTo>
                  <a:pt x="26" y="62"/>
                </a:lnTo>
                <a:lnTo>
                  <a:pt x="39" y="60"/>
                </a:lnTo>
                <a:lnTo>
                  <a:pt x="48" y="54"/>
                </a:lnTo>
                <a:lnTo>
                  <a:pt x="54" y="45"/>
                </a:lnTo>
                <a:lnTo>
                  <a:pt x="57" y="33"/>
                </a:lnTo>
                <a:lnTo>
                  <a:pt x="56" y="21"/>
                </a:lnTo>
                <a:lnTo>
                  <a:pt x="51" y="10"/>
                </a:lnTo>
                <a:lnTo>
                  <a:pt x="42" y="3"/>
                </a:lnTo>
                <a:lnTo>
                  <a:pt x="29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23763240" y="3897000"/>
            <a:ext cx="196200" cy="347760"/>
          </a:xfrm>
          <a:custGeom>
            <a:avLst/>
            <a:gdLst>
              <a:gd name="textAreaLeft" fmla="*/ 0 w 196200"/>
              <a:gd name="textAreaRight" fmla="*/ 196560 w 196200"/>
              <a:gd name="textAreaTop" fmla="*/ 0 h 347760"/>
              <a:gd name="textAreaBottom" fmla="*/ 348120 h 347760"/>
            </a:gdLst>
            <a:ahLst/>
            <a:rect l="textAreaLeft" t="textAreaTop" r="textAreaRight" b="textAreaBottom"/>
            <a:pathLst>
              <a:path fill="none" w="546" h="967">
                <a:moveTo>
                  <a:pt x="546" y="0"/>
                </a:moveTo>
                <a:cubicBezTo>
                  <a:pt x="-351" y="324"/>
                  <a:pt x="16" y="1180"/>
                  <a:pt x="519" y="918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3956200" y="3883320"/>
            <a:ext cx="22680" cy="24480"/>
          </a:xfrm>
          <a:custGeom>
            <a:avLst/>
            <a:gdLst>
              <a:gd name="textAreaLeft" fmla="*/ 0 w 22680"/>
              <a:gd name="textAreaRight" fmla="*/ 23040 w 2268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4" h="69">
                <a:moveTo>
                  <a:pt x="0" y="11"/>
                </a:moveTo>
                <a:lnTo>
                  <a:pt x="18" y="69"/>
                </a:lnTo>
                <a:lnTo>
                  <a:pt x="44" y="58"/>
                </a:lnTo>
                <a:lnTo>
                  <a:pt x="53" y="53"/>
                </a:lnTo>
                <a:lnTo>
                  <a:pt x="61" y="44"/>
                </a:lnTo>
                <a:lnTo>
                  <a:pt x="64" y="32"/>
                </a:lnTo>
                <a:lnTo>
                  <a:pt x="61" y="21"/>
                </a:lnTo>
                <a:lnTo>
                  <a:pt x="56" y="11"/>
                </a:lnTo>
                <a:lnTo>
                  <a:pt x="50" y="3"/>
                </a:lnTo>
                <a:lnTo>
                  <a:pt x="38" y="0"/>
                </a:lnTo>
                <a:lnTo>
                  <a:pt x="27" y="1"/>
                </a:lnTo>
                <a:lnTo>
                  <a:pt x="0" y="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4194880" y="3859200"/>
            <a:ext cx="286560" cy="411840"/>
          </a:xfrm>
          <a:custGeom>
            <a:avLst/>
            <a:gdLst>
              <a:gd name="textAreaLeft" fmla="*/ 0 w 286560"/>
              <a:gd name="textAreaRight" fmla="*/ 286920 w 286560"/>
              <a:gd name="textAreaTop" fmla="*/ 0 h 411840"/>
              <a:gd name="textAreaBottom" fmla="*/ 412200 h 411840"/>
            </a:gdLst>
            <a:ahLst/>
            <a:rect l="textAreaLeft" t="textAreaTop" r="textAreaRight" b="textAreaBottom"/>
            <a:pathLst>
              <a:path fill="none" w="797" h="1145">
                <a:moveTo>
                  <a:pt x="752" y="0"/>
                </a:moveTo>
                <a:cubicBezTo>
                  <a:pt x="942" y="628"/>
                  <a:pt x="503" y="1159"/>
                  <a:pt x="0" y="1145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4451560" y="383940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12" y="69"/>
                </a:moveTo>
                <a:lnTo>
                  <a:pt x="65" y="49"/>
                </a:lnTo>
                <a:lnTo>
                  <a:pt x="56" y="20"/>
                </a:lnTo>
                <a:lnTo>
                  <a:pt x="50" y="10"/>
                </a:lnTo>
                <a:lnTo>
                  <a:pt x="42" y="3"/>
                </a:lnTo>
                <a:lnTo>
                  <a:pt x="31" y="0"/>
                </a:lnTo>
                <a:lnTo>
                  <a:pt x="20" y="1"/>
                </a:lnTo>
                <a:lnTo>
                  <a:pt x="9" y="7"/>
                </a:lnTo>
                <a:lnTo>
                  <a:pt x="3" y="16"/>
                </a:lnTo>
                <a:lnTo>
                  <a:pt x="0" y="27"/>
                </a:lnTo>
                <a:lnTo>
                  <a:pt x="3" y="39"/>
                </a:lnTo>
                <a:lnTo>
                  <a:pt x="12" y="6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4468480" y="3909960"/>
            <a:ext cx="24840" cy="26280"/>
          </a:xfrm>
          <a:custGeom>
            <a:avLst/>
            <a:gdLst>
              <a:gd name="textAreaLeft" fmla="*/ 0 w 24840"/>
              <a:gd name="textAreaRight" fmla="*/ 25200 w 2484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70" h="74">
                <a:moveTo>
                  <a:pt x="70" y="44"/>
                </a:moveTo>
                <a:lnTo>
                  <a:pt x="29" y="0"/>
                </a:lnTo>
                <a:lnTo>
                  <a:pt x="9" y="20"/>
                </a:lnTo>
                <a:lnTo>
                  <a:pt x="2" y="29"/>
                </a:lnTo>
                <a:lnTo>
                  <a:pt x="0" y="41"/>
                </a:lnTo>
                <a:lnTo>
                  <a:pt x="2" y="54"/>
                </a:lnTo>
                <a:lnTo>
                  <a:pt x="8" y="64"/>
                </a:lnTo>
                <a:lnTo>
                  <a:pt x="17" y="71"/>
                </a:lnTo>
                <a:lnTo>
                  <a:pt x="28" y="74"/>
                </a:lnTo>
                <a:lnTo>
                  <a:pt x="38" y="72"/>
                </a:lnTo>
                <a:lnTo>
                  <a:pt x="47" y="66"/>
                </a:lnTo>
                <a:lnTo>
                  <a:pt x="70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4574320" y="388836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65" y="54"/>
                </a:moveTo>
                <a:lnTo>
                  <a:pt x="40" y="0"/>
                </a:lnTo>
                <a:lnTo>
                  <a:pt x="14" y="12"/>
                </a:lnTo>
                <a:lnTo>
                  <a:pt x="6" y="18"/>
                </a:lnTo>
                <a:lnTo>
                  <a:pt x="0" y="28"/>
                </a:lnTo>
                <a:lnTo>
                  <a:pt x="0" y="40"/>
                </a:lnTo>
                <a:lnTo>
                  <a:pt x="2" y="51"/>
                </a:lnTo>
                <a:lnTo>
                  <a:pt x="8" y="60"/>
                </a:lnTo>
                <a:lnTo>
                  <a:pt x="17" y="69"/>
                </a:lnTo>
                <a:lnTo>
                  <a:pt x="28" y="71"/>
                </a:lnTo>
                <a:lnTo>
                  <a:pt x="38" y="66"/>
                </a:lnTo>
                <a:lnTo>
                  <a:pt x="65" y="5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24591960" y="3851280"/>
            <a:ext cx="300600" cy="47880"/>
          </a:xfrm>
          <a:custGeom>
            <a:avLst/>
            <a:gdLst>
              <a:gd name="textAreaLeft" fmla="*/ 0 w 300600"/>
              <a:gd name="textAreaRight" fmla="*/ 300960 w 300600"/>
              <a:gd name="textAreaTop" fmla="*/ 0 h 47880"/>
              <a:gd name="textAreaBottom" fmla="*/ 48240 h 47880"/>
            </a:gdLst>
            <a:ahLst/>
            <a:rect l="textAreaLeft" t="textAreaTop" r="textAreaRight" b="textAreaBottom"/>
            <a:pathLst>
              <a:path fill="none" w="836" h="134">
                <a:moveTo>
                  <a:pt x="0" y="134"/>
                </a:moveTo>
                <a:cubicBezTo>
                  <a:pt x="266" y="10"/>
                  <a:pt x="587" y="-50"/>
                  <a:pt x="836" y="51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3836680" y="3952080"/>
            <a:ext cx="259200" cy="223560"/>
          </a:xfrm>
          <a:custGeom>
            <a:avLst/>
            <a:gdLst>
              <a:gd name="textAreaLeft" fmla="*/ 0 w 259200"/>
              <a:gd name="textAreaRight" fmla="*/ 259560 w 259200"/>
              <a:gd name="textAreaTop" fmla="*/ 0 h 223560"/>
              <a:gd name="textAreaBottom" fmla="*/ 223920 h 223560"/>
            </a:gdLst>
            <a:ahLst/>
            <a:rect l="textAreaLeft" t="textAreaTop" r="textAreaRight" b="textAreaBottom"/>
            <a:pathLst>
              <a:path fill="none" w="721" h="622">
                <a:moveTo>
                  <a:pt x="721" y="0"/>
                </a:moveTo>
                <a:cubicBezTo>
                  <a:pt x="-140" y="84"/>
                  <a:pt x="-77" y="622"/>
                  <a:pt x="134" y="622"/>
                </a:cubicBezTo>
                <a:cubicBezTo>
                  <a:pt x="347" y="622"/>
                  <a:pt x="336" y="303"/>
                  <a:pt x="82" y="285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3998680" y="3956040"/>
            <a:ext cx="24120" cy="26280"/>
          </a:xfrm>
          <a:custGeom>
            <a:avLst/>
            <a:gdLst>
              <a:gd name="textAreaLeft" fmla="*/ 0 w 24120"/>
              <a:gd name="textAreaRight" fmla="*/ 24480 w 2412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8" h="74">
                <a:moveTo>
                  <a:pt x="32" y="74"/>
                </a:moveTo>
                <a:lnTo>
                  <a:pt x="68" y="26"/>
                </a:lnTo>
                <a:lnTo>
                  <a:pt x="47" y="7"/>
                </a:lnTo>
                <a:lnTo>
                  <a:pt x="38" y="2"/>
                </a:lnTo>
                <a:lnTo>
                  <a:pt x="26" y="0"/>
                </a:lnTo>
                <a:lnTo>
                  <a:pt x="14" y="3"/>
                </a:lnTo>
                <a:lnTo>
                  <a:pt x="6" y="11"/>
                </a:lnTo>
                <a:lnTo>
                  <a:pt x="2" y="21"/>
                </a:lnTo>
                <a:lnTo>
                  <a:pt x="0" y="32"/>
                </a:lnTo>
                <a:lnTo>
                  <a:pt x="3" y="43"/>
                </a:lnTo>
                <a:lnTo>
                  <a:pt x="9" y="53"/>
                </a:lnTo>
                <a:lnTo>
                  <a:pt x="32" y="7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4095160" y="394056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0" y="3"/>
                </a:moveTo>
                <a:lnTo>
                  <a:pt x="3" y="64"/>
                </a:lnTo>
                <a:lnTo>
                  <a:pt x="33" y="61"/>
                </a:lnTo>
                <a:lnTo>
                  <a:pt x="45" y="57"/>
                </a:lnTo>
                <a:lnTo>
                  <a:pt x="51" y="50"/>
                </a:lnTo>
                <a:lnTo>
                  <a:pt x="57" y="39"/>
                </a:lnTo>
                <a:lnTo>
                  <a:pt x="59" y="27"/>
                </a:lnTo>
                <a:lnTo>
                  <a:pt x="56" y="16"/>
                </a:lnTo>
                <a:lnTo>
                  <a:pt x="48" y="7"/>
                </a:lnTo>
                <a:lnTo>
                  <a:pt x="39" y="2"/>
                </a:lnTo>
                <a:lnTo>
                  <a:pt x="27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3915520" y="398700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42" y="71"/>
                </a:moveTo>
                <a:lnTo>
                  <a:pt x="65" y="15"/>
                </a:lnTo>
                <a:lnTo>
                  <a:pt x="41" y="3"/>
                </a:lnTo>
                <a:lnTo>
                  <a:pt x="29" y="0"/>
                </a:lnTo>
                <a:lnTo>
                  <a:pt x="18" y="2"/>
                </a:lnTo>
                <a:lnTo>
                  <a:pt x="9" y="8"/>
                </a:lnTo>
                <a:lnTo>
                  <a:pt x="3" y="18"/>
                </a:lnTo>
                <a:lnTo>
                  <a:pt x="0" y="29"/>
                </a:lnTo>
                <a:lnTo>
                  <a:pt x="3" y="41"/>
                </a:lnTo>
                <a:lnTo>
                  <a:pt x="9" y="50"/>
                </a:lnTo>
                <a:lnTo>
                  <a:pt x="17" y="57"/>
                </a:lnTo>
                <a:lnTo>
                  <a:pt x="42" y="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4015240" y="3972600"/>
            <a:ext cx="51120" cy="81360"/>
          </a:xfrm>
          <a:custGeom>
            <a:avLst/>
            <a:gdLst>
              <a:gd name="textAreaLeft" fmla="*/ 0 w 51120"/>
              <a:gd name="textAreaRight" fmla="*/ 51480 w 51120"/>
              <a:gd name="textAreaTop" fmla="*/ 0 h 81360"/>
              <a:gd name="textAreaBottom" fmla="*/ 81720 h 81360"/>
            </a:gdLst>
            <a:ahLst/>
            <a:rect l="textAreaLeft" t="textAreaTop" r="textAreaRight" b="textAreaBottom"/>
            <a:pathLst>
              <a:path fill="none" w="143" h="227">
                <a:moveTo>
                  <a:pt x="0" y="0"/>
                </a:moveTo>
                <a:cubicBezTo>
                  <a:pt x="75" y="73"/>
                  <a:pt x="122" y="156"/>
                  <a:pt x="143" y="22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24247080" y="3935520"/>
            <a:ext cx="169200" cy="257760"/>
          </a:xfrm>
          <a:custGeom>
            <a:avLst/>
            <a:gdLst>
              <a:gd name="textAreaLeft" fmla="*/ 0 w 169200"/>
              <a:gd name="textAreaRight" fmla="*/ 169560 w 169200"/>
              <a:gd name="textAreaTop" fmla="*/ 0 h 257760"/>
              <a:gd name="textAreaBottom" fmla="*/ 258120 h 257760"/>
            </a:gdLst>
            <a:ahLst/>
            <a:rect l="textAreaLeft" t="textAreaTop" r="textAreaRight" b="textAreaBottom"/>
            <a:pathLst>
              <a:path fill="none" w="471" h="717">
                <a:moveTo>
                  <a:pt x="463" y="0"/>
                </a:moveTo>
                <a:cubicBezTo>
                  <a:pt x="501" y="251"/>
                  <a:pt x="408" y="577"/>
                  <a:pt x="0" y="71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4401880" y="3916080"/>
            <a:ext cx="21600" cy="23400"/>
          </a:xfrm>
          <a:custGeom>
            <a:avLst/>
            <a:gdLst>
              <a:gd name="textAreaLeft" fmla="*/ 0 w 21600"/>
              <a:gd name="textAreaRight" fmla="*/ 21960 w 2160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1" h="66">
                <a:moveTo>
                  <a:pt x="6" y="66"/>
                </a:moveTo>
                <a:lnTo>
                  <a:pt x="61" y="55"/>
                </a:lnTo>
                <a:lnTo>
                  <a:pt x="56" y="24"/>
                </a:lnTo>
                <a:lnTo>
                  <a:pt x="53" y="13"/>
                </a:lnTo>
                <a:lnTo>
                  <a:pt x="43" y="5"/>
                </a:lnTo>
                <a:lnTo>
                  <a:pt x="34" y="0"/>
                </a:lnTo>
                <a:lnTo>
                  <a:pt x="23" y="0"/>
                </a:lnTo>
                <a:lnTo>
                  <a:pt x="11" y="4"/>
                </a:lnTo>
                <a:lnTo>
                  <a:pt x="6" y="12"/>
                </a:lnTo>
                <a:lnTo>
                  <a:pt x="0" y="23"/>
                </a:lnTo>
                <a:lnTo>
                  <a:pt x="0" y="36"/>
                </a:lnTo>
                <a:lnTo>
                  <a:pt x="6" y="6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4546240" y="3967920"/>
            <a:ext cx="234720" cy="77400"/>
          </a:xfrm>
          <a:custGeom>
            <a:avLst/>
            <a:gdLst>
              <a:gd name="textAreaLeft" fmla="*/ 0 w 234720"/>
              <a:gd name="textAreaRight" fmla="*/ 235080 w 234720"/>
              <a:gd name="textAreaTop" fmla="*/ 0 h 77400"/>
              <a:gd name="textAreaBottom" fmla="*/ 77760 h 77400"/>
            </a:gdLst>
            <a:ahLst/>
            <a:rect l="textAreaLeft" t="textAreaTop" r="textAreaRight" b="textAreaBottom"/>
            <a:pathLst>
              <a:path fill="none" w="653" h="216">
                <a:moveTo>
                  <a:pt x="0" y="216"/>
                </a:moveTo>
                <a:cubicBezTo>
                  <a:pt x="55" y="157"/>
                  <a:pt x="181" y="-21"/>
                  <a:pt x="653" y="2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4649920" y="397296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0" y="59"/>
                </a:moveTo>
                <a:lnTo>
                  <a:pt x="57" y="64"/>
                </a:lnTo>
                <a:lnTo>
                  <a:pt x="59" y="35"/>
                </a:lnTo>
                <a:lnTo>
                  <a:pt x="57" y="22"/>
                </a:lnTo>
                <a:lnTo>
                  <a:pt x="53" y="11"/>
                </a:lnTo>
                <a:lnTo>
                  <a:pt x="42" y="4"/>
                </a:lnTo>
                <a:lnTo>
                  <a:pt x="32" y="0"/>
                </a:lnTo>
                <a:lnTo>
                  <a:pt x="21" y="2"/>
                </a:lnTo>
                <a:lnTo>
                  <a:pt x="12" y="7"/>
                </a:lnTo>
                <a:lnTo>
                  <a:pt x="6" y="16"/>
                </a:lnTo>
                <a:lnTo>
                  <a:pt x="3" y="28"/>
                </a:lnTo>
                <a:lnTo>
                  <a:pt x="0" y="5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4726960" y="3958200"/>
            <a:ext cx="19800" cy="21960"/>
          </a:xfrm>
          <a:custGeom>
            <a:avLst/>
            <a:gdLst>
              <a:gd name="textAreaLeft" fmla="*/ 0 w 19800"/>
              <a:gd name="textAreaRight" fmla="*/ 20160 w 1980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6" h="62">
                <a:moveTo>
                  <a:pt x="56" y="62"/>
                </a:moveTo>
                <a:lnTo>
                  <a:pt x="56" y="0"/>
                </a:lnTo>
                <a:lnTo>
                  <a:pt x="29" y="0"/>
                </a:lnTo>
                <a:lnTo>
                  <a:pt x="18" y="2"/>
                </a:lnTo>
                <a:lnTo>
                  <a:pt x="9" y="9"/>
                </a:lnTo>
                <a:lnTo>
                  <a:pt x="3" y="20"/>
                </a:lnTo>
                <a:lnTo>
                  <a:pt x="0" y="32"/>
                </a:lnTo>
                <a:lnTo>
                  <a:pt x="3" y="43"/>
                </a:lnTo>
                <a:lnTo>
                  <a:pt x="9" y="53"/>
                </a:lnTo>
                <a:lnTo>
                  <a:pt x="18" y="59"/>
                </a:lnTo>
                <a:lnTo>
                  <a:pt x="26" y="61"/>
                </a:lnTo>
                <a:lnTo>
                  <a:pt x="56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4745680" y="3969000"/>
            <a:ext cx="44640" cy="14760"/>
          </a:xfrm>
          <a:custGeom>
            <a:avLst/>
            <a:gdLst>
              <a:gd name="textAreaLeft" fmla="*/ 0 w 44640"/>
              <a:gd name="textAreaRight" fmla="*/ 45000 w 44640"/>
              <a:gd name="textAreaTop" fmla="*/ 0 h 14760"/>
              <a:gd name="textAreaBottom" fmla="*/ 15120 h 14760"/>
            </a:gdLst>
            <a:ahLst/>
            <a:rect l="textAreaLeft" t="textAreaTop" r="textAreaRight" b="textAreaBottom"/>
            <a:pathLst>
              <a:path fill="none" w="125" h="42">
                <a:moveTo>
                  <a:pt x="65" y="42"/>
                </a:moveTo>
                <a:cubicBezTo>
                  <a:pt x="94" y="30"/>
                  <a:pt x="125" y="21"/>
                  <a:pt x="125" y="1"/>
                </a:cubicBezTo>
                <a:lnTo>
                  <a:pt x="0" y="0"/>
                </a:ln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4750000" y="3972600"/>
            <a:ext cx="22680" cy="24480"/>
          </a:xfrm>
          <a:custGeom>
            <a:avLst/>
            <a:gdLst>
              <a:gd name="textAreaLeft" fmla="*/ 0 w 22680"/>
              <a:gd name="textAreaRight" fmla="*/ 23040 w 2268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4" h="69">
                <a:moveTo>
                  <a:pt x="64" y="59"/>
                </a:moveTo>
                <a:lnTo>
                  <a:pt x="47" y="0"/>
                </a:lnTo>
                <a:lnTo>
                  <a:pt x="21" y="10"/>
                </a:lnTo>
                <a:lnTo>
                  <a:pt x="11" y="16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8" y="59"/>
                </a:lnTo>
                <a:lnTo>
                  <a:pt x="16" y="66"/>
                </a:lnTo>
                <a:lnTo>
                  <a:pt x="27" y="69"/>
                </a:lnTo>
                <a:lnTo>
                  <a:pt x="38" y="68"/>
                </a:lnTo>
                <a:lnTo>
                  <a:pt x="64" y="5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24779880" y="3957840"/>
            <a:ext cx="20160" cy="22320"/>
          </a:xfrm>
          <a:custGeom>
            <a:avLst/>
            <a:gdLst>
              <a:gd name="textAreaLeft" fmla="*/ 0 w 20160"/>
              <a:gd name="textAreaRight" fmla="*/ 20520 w 2016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7" h="63">
                <a:moveTo>
                  <a:pt x="3" y="0"/>
                </a:moveTo>
                <a:lnTo>
                  <a:pt x="0" y="62"/>
                </a:lnTo>
                <a:lnTo>
                  <a:pt x="28" y="63"/>
                </a:lnTo>
                <a:lnTo>
                  <a:pt x="39" y="62"/>
                </a:lnTo>
                <a:lnTo>
                  <a:pt x="48" y="56"/>
                </a:lnTo>
                <a:lnTo>
                  <a:pt x="54" y="46"/>
                </a:lnTo>
                <a:lnTo>
                  <a:pt x="57" y="35"/>
                </a:lnTo>
                <a:lnTo>
                  <a:pt x="56" y="24"/>
                </a:lnTo>
                <a:lnTo>
                  <a:pt x="51" y="12"/>
                </a:lnTo>
                <a:lnTo>
                  <a:pt x="42" y="5"/>
                </a:lnTo>
                <a:lnTo>
                  <a:pt x="31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4467400" y="3999600"/>
            <a:ext cx="23760" cy="25560"/>
          </a:xfrm>
          <a:custGeom>
            <a:avLst/>
            <a:gdLst>
              <a:gd name="textAreaLeft" fmla="*/ 0 w 23760"/>
              <a:gd name="textAreaRight" fmla="*/ 24120 w 2376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7" h="72">
                <a:moveTo>
                  <a:pt x="67" y="51"/>
                </a:moveTo>
                <a:lnTo>
                  <a:pt x="34" y="0"/>
                </a:lnTo>
                <a:lnTo>
                  <a:pt x="11" y="17"/>
                </a:lnTo>
                <a:lnTo>
                  <a:pt x="3" y="26"/>
                </a:lnTo>
                <a:lnTo>
                  <a:pt x="0" y="37"/>
                </a:lnTo>
                <a:lnTo>
                  <a:pt x="0" y="49"/>
                </a:lnTo>
                <a:lnTo>
                  <a:pt x="3" y="60"/>
                </a:lnTo>
                <a:lnTo>
                  <a:pt x="11" y="68"/>
                </a:lnTo>
                <a:lnTo>
                  <a:pt x="22" y="72"/>
                </a:lnTo>
                <a:lnTo>
                  <a:pt x="31" y="72"/>
                </a:lnTo>
                <a:lnTo>
                  <a:pt x="43" y="68"/>
                </a:lnTo>
                <a:lnTo>
                  <a:pt x="67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4658920" y="3993120"/>
            <a:ext cx="8640" cy="68760"/>
          </a:xfrm>
          <a:custGeom>
            <a:avLst/>
            <a:gdLst>
              <a:gd name="textAreaLeft" fmla="*/ 0 w 8640"/>
              <a:gd name="textAreaRight" fmla="*/ 9000 w 8640"/>
              <a:gd name="textAreaTop" fmla="*/ 0 h 68760"/>
              <a:gd name="textAreaBottom" fmla="*/ 69120 h 68760"/>
            </a:gdLst>
            <a:ahLst/>
            <a:rect l="textAreaLeft" t="textAreaTop" r="textAreaRight" b="textAreaBottom"/>
            <a:pathLst>
              <a:path fill="none" w="25" h="192">
                <a:moveTo>
                  <a:pt x="2" y="0"/>
                </a:moveTo>
                <a:cubicBezTo>
                  <a:pt x="-4" y="92"/>
                  <a:pt x="2" y="134"/>
                  <a:pt x="25" y="192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3847840" y="4043520"/>
            <a:ext cx="20880" cy="22320"/>
          </a:xfrm>
          <a:custGeom>
            <a:avLst/>
            <a:gdLst>
              <a:gd name="textAreaLeft" fmla="*/ 0 w 20880"/>
              <a:gd name="textAreaRight" fmla="*/ 21240 w 2088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9" h="63">
                <a:moveTo>
                  <a:pt x="56" y="63"/>
                </a:moveTo>
                <a:lnTo>
                  <a:pt x="59" y="2"/>
                </a:lnTo>
                <a:lnTo>
                  <a:pt x="31" y="0"/>
                </a:lnTo>
                <a:lnTo>
                  <a:pt x="22" y="2"/>
                </a:lnTo>
                <a:lnTo>
                  <a:pt x="9" y="8"/>
                </a:lnTo>
                <a:lnTo>
                  <a:pt x="3" y="18"/>
                </a:lnTo>
                <a:lnTo>
                  <a:pt x="0" y="31"/>
                </a:lnTo>
                <a:lnTo>
                  <a:pt x="3" y="42"/>
                </a:lnTo>
                <a:lnTo>
                  <a:pt x="9" y="52"/>
                </a:lnTo>
                <a:lnTo>
                  <a:pt x="18" y="59"/>
                </a:lnTo>
                <a:lnTo>
                  <a:pt x="30" y="62"/>
                </a:lnTo>
                <a:lnTo>
                  <a:pt x="56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23933160" y="4001760"/>
            <a:ext cx="73440" cy="146160"/>
          </a:xfrm>
          <a:custGeom>
            <a:avLst/>
            <a:gdLst>
              <a:gd name="textAreaLeft" fmla="*/ 0 w 73440"/>
              <a:gd name="textAreaRight" fmla="*/ 73800 w 73440"/>
              <a:gd name="textAreaTop" fmla="*/ 0 h 146160"/>
              <a:gd name="textAreaBottom" fmla="*/ 146520 h 146160"/>
            </a:gdLst>
            <a:ahLst/>
            <a:rect l="textAreaLeft" t="textAreaTop" r="textAreaRight" b="textAreaBottom"/>
            <a:pathLst>
              <a:path fill="none" w="205" h="407">
                <a:moveTo>
                  <a:pt x="0" y="0"/>
                </a:moveTo>
                <a:cubicBezTo>
                  <a:pt x="186" y="95"/>
                  <a:pt x="219" y="251"/>
                  <a:pt x="201" y="40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4055920" y="4050000"/>
            <a:ext cx="21600" cy="23760"/>
          </a:xfrm>
          <a:custGeom>
            <a:avLst/>
            <a:gdLst>
              <a:gd name="textAreaLeft" fmla="*/ 0 w 21600"/>
              <a:gd name="textAreaRight" fmla="*/ 21960 w 2160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1" h="67">
                <a:moveTo>
                  <a:pt x="56" y="0"/>
                </a:moveTo>
                <a:lnTo>
                  <a:pt x="0" y="14"/>
                </a:lnTo>
                <a:lnTo>
                  <a:pt x="5" y="43"/>
                </a:lnTo>
                <a:lnTo>
                  <a:pt x="8" y="54"/>
                </a:lnTo>
                <a:lnTo>
                  <a:pt x="17" y="62"/>
                </a:lnTo>
                <a:lnTo>
                  <a:pt x="28" y="67"/>
                </a:lnTo>
                <a:lnTo>
                  <a:pt x="37" y="66"/>
                </a:lnTo>
                <a:lnTo>
                  <a:pt x="50" y="62"/>
                </a:lnTo>
                <a:lnTo>
                  <a:pt x="58" y="53"/>
                </a:lnTo>
                <a:lnTo>
                  <a:pt x="61" y="42"/>
                </a:lnTo>
                <a:lnTo>
                  <a:pt x="61" y="30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4530760" y="4035960"/>
            <a:ext cx="23760" cy="26280"/>
          </a:xfrm>
          <a:custGeom>
            <a:avLst/>
            <a:gdLst>
              <a:gd name="textAreaLeft" fmla="*/ 0 w 23760"/>
              <a:gd name="textAreaRight" fmla="*/ 24120 w 2376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7" h="74">
                <a:moveTo>
                  <a:pt x="67" y="42"/>
                </a:moveTo>
                <a:lnTo>
                  <a:pt x="27" y="0"/>
                </a:lnTo>
                <a:lnTo>
                  <a:pt x="9" y="22"/>
                </a:lnTo>
                <a:lnTo>
                  <a:pt x="2" y="32"/>
                </a:lnTo>
                <a:lnTo>
                  <a:pt x="0" y="43"/>
                </a:lnTo>
                <a:lnTo>
                  <a:pt x="2" y="54"/>
                </a:lnTo>
                <a:lnTo>
                  <a:pt x="9" y="66"/>
                </a:lnTo>
                <a:lnTo>
                  <a:pt x="18" y="72"/>
                </a:lnTo>
                <a:lnTo>
                  <a:pt x="30" y="74"/>
                </a:lnTo>
                <a:lnTo>
                  <a:pt x="39" y="72"/>
                </a:lnTo>
                <a:lnTo>
                  <a:pt x="50" y="65"/>
                </a:lnTo>
                <a:lnTo>
                  <a:pt x="67" y="4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24536880" y="403344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44" y="71"/>
                </a:moveTo>
                <a:lnTo>
                  <a:pt x="65" y="15"/>
                </a:lnTo>
                <a:lnTo>
                  <a:pt x="39" y="2"/>
                </a:lnTo>
                <a:lnTo>
                  <a:pt x="26" y="0"/>
                </a:lnTo>
                <a:lnTo>
                  <a:pt x="17" y="3"/>
                </a:lnTo>
                <a:lnTo>
                  <a:pt x="9" y="11"/>
                </a:lnTo>
                <a:lnTo>
                  <a:pt x="3" y="21"/>
                </a:lnTo>
                <a:lnTo>
                  <a:pt x="0" y="32"/>
                </a:lnTo>
                <a:lnTo>
                  <a:pt x="3" y="44"/>
                </a:lnTo>
                <a:lnTo>
                  <a:pt x="9" y="53"/>
                </a:lnTo>
                <a:lnTo>
                  <a:pt x="17" y="60"/>
                </a:lnTo>
                <a:lnTo>
                  <a:pt x="44" y="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3537160" y="4067640"/>
            <a:ext cx="23040" cy="25560"/>
          </a:xfrm>
          <a:custGeom>
            <a:avLst/>
            <a:gdLst>
              <a:gd name="textAreaLeft" fmla="*/ 0 w 23040"/>
              <a:gd name="textAreaRight" fmla="*/ 23400 w 2304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5" h="72">
                <a:moveTo>
                  <a:pt x="65" y="30"/>
                </a:moveTo>
                <a:lnTo>
                  <a:pt x="17" y="0"/>
                </a:lnTo>
                <a:lnTo>
                  <a:pt x="3" y="27"/>
                </a:lnTo>
                <a:lnTo>
                  <a:pt x="0" y="38"/>
                </a:lnTo>
                <a:lnTo>
                  <a:pt x="0" y="50"/>
                </a:lnTo>
                <a:lnTo>
                  <a:pt x="6" y="61"/>
                </a:lnTo>
                <a:lnTo>
                  <a:pt x="14" y="69"/>
                </a:lnTo>
                <a:lnTo>
                  <a:pt x="23" y="72"/>
                </a:lnTo>
                <a:lnTo>
                  <a:pt x="35" y="71"/>
                </a:lnTo>
                <a:lnTo>
                  <a:pt x="44" y="66"/>
                </a:lnTo>
                <a:lnTo>
                  <a:pt x="52" y="57"/>
                </a:lnTo>
                <a:lnTo>
                  <a:pt x="65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3622480" y="4066200"/>
            <a:ext cx="23040" cy="23760"/>
          </a:xfrm>
          <a:custGeom>
            <a:avLst/>
            <a:gdLst>
              <a:gd name="textAreaLeft" fmla="*/ 0 w 23040"/>
              <a:gd name="textAreaRight" fmla="*/ 23400 w 2304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5" h="67">
                <a:moveTo>
                  <a:pt x="0" y="7"/>
                </a:moveTo>
                <a:lnTo>
                  <a:pt x="15" y="67"/>
                </a:lnTo>
                <a:lnTo>
                  <a:pt x="41" y="60"/>
                </a:lnTo>
                <a:lnTo>
                  <a:pt x="52" y="55"/>
                </a:lnTo>
                <a:lnTo>
                  <a:pt x="58" y="46"/>
                </a:lnTo>
                <a:lnTo>
                  <a:pt x="65" y="35"/>
                </a:lnTo>
                <a:lnTo>
                  <a:pt x="62" y="22"/>
                </a:lnTo>
                <a:lnTo>
                  <a:pt x="58" y="12"/>
                </a:lnTo>
                <a:lnTo>
                  <a:pt x="49" y="4"/>
                </a:lnTo>
                <a:lnTo>
                  <a:pt x="40" y="0"/>
                </a:lnTo>
                <a:lnTo>
                  <a:pt x="29" y="0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4554520" y="4047480"/>
            <a:ext cx="181800" cy="24480"/>
          </a:xfrm>
          <a:custGeom>
            <a:avLst/>
            <a:gdLst>
              <a:gd name="textAreaLeft" fmla="*/ 0 w 181800"/>
              <a:gd name="textAreaRight" fmla="*/ 182160 w 18180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fill="none" w="506" h="69">
                <a:moveTo>
                  <a:pt x="0" y="0"/>
                </a:moveTo>
                <a:cubicBezTo>
                  <a:pt x="64" y="27"/>
                  <a:pt x="199" y="101"/>
                  <a:pt x="506" y="53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4657480" y="4056120"/>
            <a:ext cx="22680" cy="24840"/>
          </a:xfrm>
          <a:custGeom>
            <a:avLst/>
            <a:gdLst>
              <a:gd name="textAreaLeft" fmla="*/ 0 w 22680"/>
              <a:gd name="textAreaRight" fmla="*/ 23040 w 2268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4" h="70">
                <a:moveTo>
                  <a:pt x="53" y="0"/>
                </a:moveTo>
                <a:lnTo>
                  <a:pt x="0" y="22"/>
                </a:lnTo>
                <a:lnTo>
                  <a:pt x="11" y="51"/>
                </a:lnTo>
                <a:lnTo>
                  <a:pt x="14" y="61"/>
                </a:lnTo>
                <a:lnTo>
                  <a:pt x="27" y="68"/>
                </a:lnTo>
                <a:lnTo>
                  <a:pt x="36" y="70"/>
                </a:lnTo>
                <a:lnTo>
                  <a:pt x="47" y="68"/>
                </a:lnTo>
                <a:lnTo>
                  <a:pt x="56" y="62"/>
                </a:lnTo>
                <a:lnTo>
                  <a:pt x="62" y="51"/>
                </a:lnTo>
                <a:lnTo>
                  <a:pt x="64" y="40"/>
                </a:lnTo>
                <a:lnTo>
                  <a:pt x="62" y="29"/>
                </a:lnTo>
                <a:lnTo>
                  <a:pt x="5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4734160" y="405396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0" y="5"/>
                </a:moveTo>
                <a:lnTo>
                  <a:pt x="6" y="65"/>
                </a:lnTo>
                <a:lnTo>
                  <a:pt x="35" y="61"/>
                </a:lnTo>
                <a:lnTo>
                  <a:pt x="46" y="57"/>
                </a:lnTo>
                <a:lnTo>
                  <a:pt x="54" y="48"/>
                </a:lnTo>
                <a:lnTo>
                  <a:pt x="59" y="38"/>
                </a:lnTo>
                <a:lnTo>
                  <a:pt x="59" y="25"/>
                </a:lnTo>
                <a:lnTo>
                  <a:pt x="56" y="14"/>
                </a:lnTo>
                <a:lnTo>
                  <a:pt x="47" y="6"/>
                </a:lnTo>
                <a:lnTo>
                  <a:pt x="38" y="1"/>
                </a:lnTo>
                <a:lnTo>
                  <a:pt x="26" y="0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3540400" y="411516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67" y="49"/>
                </a:moveTo>
                <a:lnTo>
                  <a:pt x="34" y="0"/>
                </a:lnTo>
                <a:lnTo>
                  <a:pt x="12" y="17"/>
                </a:lnTo>
                <a:lnTo>
                  <a:pt x="5" y="26"/>
                </a:lnTo>
                <a:lnTo>
                  <a:pt x="0" y="38"/>
                </a:lnTo>
                <a:lnTo>
                  <a:pt x="0" y="50"/>
                </a:lnTo>
                <a:lnTo>
                  <a:pt x="6" y="61"/>
                </a:lnTo>
                <a:lnTo>
                  <a:pt x="14" y="69"/>
                </a:lnTo>
                <a:lnTo>
                  <a:pt x="23" y="73"/>
                </a:lnTo>
                <a:lnTo>
                  <a:pt x="35" y="72"/>
                </a:lnTo>
                <a:lnTo>
                  <a:pt x="43" y="67"/>
                </a:lnTo>
                <a:lnTo>
                  <a:pt x="67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3556960" y="4078440"/>
            <a:ext cx="69840" cy="46440"/>
          </a:xfrm>
          <a:custGeom>
            <a:avLst/>
            <a:gdLst>
              <a:gd name="textAreaLeft" fmla="*/ 0 w 69840"/>
              <a:gd name="textAreaRight" fmla="*/ 70200 w 69840"/>
              <a:gd name="textAreaTop" fmla="*/ 0 h 46440"/>
              <a:gd name="textAreaBottom" fmla="*/ 46800 h 46440"/>
            </a:gdLst>
            <a:ahLst/>
            <a:rect l="textAreaLeft" t="textAreaTop" r="textAreaRight" b="textAreaBottom"/>
            <a:pathLst>
              <a:path fill="none" w="195" h="130">
                <a:moveTo>
                  <a:pt x="0" y="130"/>
                </a:moveTo>
                <a:cubicBezTo>
                  <a:pt x="72" y="74"/>
                  <a:pt x="143" y="21"/>
                  <a:pt x="195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3279400" y="415692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59" y="61"/>
                </a:moveTo>
                <a:lnTo>
                  <a:pt x="54" y="0"/>
                </a:lnTo>
                <a:lnTo>
                  <a:pt x="24" y="3"/>
                </a:lnTo>
                <a:lnTo>
                  <a:pt x="15" y="6"/>
                </a:lnTo>
                <a:lnTo>
                  <a:pt x="6" y="15"/>
                </a:lnTo>
                <a:lnTo>
                  <a:pt x="1" y="26"/>
                </a:lnTo>
                <a:lnTo>
                  <a:pt x="0" y="37"/>
                </a:lnTo>
                <a:lnTo>
                  <a:pt x="3" y="48"/>
                </a:lnTo>
                <a:lnTo>
                  <a:pt x="9" y="57"/>
                </a:lnTo>
                <a:lnTo>
                  <a:pt x="18" y="63"/>
                </a:lnTo>
                <a:lnTo>
                  <a:pt x="29" y="64"/>
                </a:lnTo>
                <a:lnTo>
                  <a:pt x="59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 flipV="1">
            <a:off x="23298120" y="4150440"/>
            <a:ext cx="174240" cy="1800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29" name=""/>
          <p:cNvSpPr/>
          <p:nvPr/>
        </p:nvSpPr>
        <p:spPr>
          <a:xfrm>
            <a:off x="23469480" y="4138920"/>
            <a:ext cx="21240" cy="22680"/>
          </a:xfrm>
          <a:custGeom>
            <a:avLst/>
            <a:gdLst>
              <a:gd name="textAreaLeft" fmla="*/ 0 w 21240"/>
              <a:gd name="textAreaRight" fmla="*/ 21600 w 2124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60" h="64">
                <a:moveTo>
                  <a:pt x="0" y="3"/>
                </a:moveTo>
                <a:lnTo>
                  <a:pt x="4" y="64"/>
                </a:lnTo>
                <a:lnTo>
                  <a:pt x="34" y="61"/>
                </a:lnTo>
                <a:lnTo>
                  <a:pt x="42" y="57"/>
                </a:lnTo>
                <a:lnTo>
                  <a:pt x="54" y="50"/>
                </a:lnTo>
                <a:lnTo>
                  <a:pt x="57" y="40"/>
                </a:lnTo>
                <a:lnTo>
                  <a:pt x="60" y="28"/>
                </a:lnTo>
                <a:lnTo>
                  <a:pt x="57" y="17"/>
                </a:lnTo>
                <a:lnTo>
                  <a:pt x="48" y="8"/>
                </a:lnTo>
                <a:lnTo>
                  <a:pt x="39" y="2"/>
                </a:lnTo>
                <a:lnTo>
                  <a:pt x="27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3994360" y="414468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59" y="7"/>
                </a:moveTo>
                <a:lnTo>
                  <a:pt x="3" y="0"/>
                </a:lnTo>
                <a:lnTo>
                  <a:pt x="0" y="29"/>
                </a:lnTo>
                <a:lnTo>
                  <a:pt x="0" y="41"/>
                </a:lnTo>
                <a:lnTo>
                  <a:pt x="6" y="53"/>
                </a:lnTo>
                <a:lnTo>
                  <a:pt x="15" y="61"/>
                </a:lnTo>
                <a:lnTo>
                  <a:pt x="25" y="64"/>
                </a:lnTo>
                <a:lnTo>
                  <a:pt x="36" y="63"/>
                </a:lnTo>
                <a:lnTo>
                  <a:pt x="48" y="58"/>
                </a:lnTo>
                <a:lnTo>
                  <a:pt x="53" y="49"/>
                </a:lnTo>
                <a:lnTo>
                  <a:pt x="56" y="36"/>
                </a:lnTo>
                <a:lnTo>
                  <a:pt x="59" y="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3690160" y="4169160"/>
            <a:ext cx="23760" cy="26280"/>
          </a:xfrm>
          <a:custGeom>
            <a:avLst/>
            <a:gdLst>
              <a:gd name="textAreaLeft" fmla="*/ 0 w 23760"/>
              <a:gd name="textAreaRight" fmla="*/ 24120 w 2376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7" h="74">
                <a:moveTo>
                  <a:pt x="0" y="30"/>
                </a:moveTo>
                <a:lnTo>
                  <a:pt x="41" y="74"/>
                </a:lnTo>
                <a:lnTo>
                  <a:pt x="59" y="52"/>
                </a:lnTo>
                <a:lnTo>
                  <a:pt x="65" y="41"/>
                </a:lnTo>
                <a:lnTo>
                  <a:pt x="67" y="30"/>
                </a:lnTo>
                <a:lnTo>
                  <a:pt x="65" y="18"/>
                </a:lnTo>
                <a:lnTo>
                  <a:pt x="59" y="9"/>
                </a:lnTo>
                <a:lnTo>
                  <a:pt x="50" y="2"/>
                </a:lnTo>
                <a:lnTo>
                  <a:pt x="41" y="0"/>
                </a:lnTo>
                <a:lnTo>
                  <a:pt x="30" y="2"/>
                </a:lnTo>
                <a:lnTo>
                  <a:pt x="20" y="9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4229080" y="4182120"/>
            <a:ext cx="21960" cy="24480"/>
          </a:xfrm>
          <a:custGeom>
            <a:avLst/>
            <a:gdLst>
              <a:gd name="textAreaLeft" fmla="*/ 0 w 21960"/>
              <a:gd name="textAreaRight" fmla="*/ 22320 w 2196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2" h="69">
                <a:moveTo>
                  <a:pt x="62" y="59"/>
                </a:moveTo>
                <a:lnTo>
                  <a:pt x="48" y="0"/>
                </a:lnTo>
                <a:lnTo>
                  <a:pt x="19" y="10"/>
                </a:lnTo>
                <a:lnTo>
                  <a:pt x="9" y="15"/>
                </a:lnTo>
                <a:lnTo>
                  <a:pt x="3" y="24"/>
                </a:lnTo>
                <a:lnTo>
                  <a:pt x="0" y="36"/>
                </a:lnTo>
                <a:lnTo>
                  <a:pt x="1" y="48"/>
                </a:lnTo>
                <a:lnTo>
                  <a:pt x="6" y="58"/>
                </a:lnTo>
                <a:lnTo>
                  <a:pt x="16" y="65"/>
                </a:lnTo>
                <a:lnTo>
                  <a:pt x="25" y="69"/>
                </a:lnTo>
                <a:lnTo>
                  <a:pt x="36" y="68"/>
                </a:lnTo>
                <a:lnTo>
                  <a:pt x="62" y="5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3480280" y="4210560"/>
            <a:ext cx="21600" cy="23760"/>
          </a:xfrm>
          <a:custGeom>
            <a:avLst/>
            <a:gdLst>
              <a:gd name="textAreaLeft" fmla="*/ 0 w 21600"/>
              <a:gd name="textAreaRight" fmla="*/ 21960 w 2160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1" h="67">
                <a:moveTo>
                  <a:pt x="0" y="6"/>
                </a:moveTo>
                <a:lnTo>
                  <a:pt x="11" y="67"/>
                </a:lnTo>
                <a:lnTo>
                  <a:pt x="39" y="60"/>
                </a:lnTo>
                <a:lnTo>
                  <a:pt x="50" y="56"/>
                </a:lnTo>
                <a:lnTo>
                  <a:pt x="58" y="47"/>
                </a:lnTo>
                <a:lnTo>
                  <a:pt x="61" y="36"/>
                </a:lnTo>
                <a:lnTo>
                  <a:pt x="61" y="24"/>
                </a:lnTo>
                <a:lnTo>
                  <a:pt x="56" y="12"/>
                </a:lnTo>
                <a:lnTo>
                  <a:pt x="50" y="4"/>
                </a:lnTo>
                <a:lnTo>
                  <a:pt x="39" y="0"/>
                </a:lnTo>
                <a:lnTo>
                  <a:pt x="30" y="0"/>
                </a:lnTo>
                <a:lnTo>
                  <a:pt x="0" y="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3640120" y="4212360"/>
            <a:ext cx="23040" cy="25560"/>
          </a:xfrm>
          <a:custGeom>
            <a:avLst/>
            <a:gdLst>
              <a:gd name="textAreaLeft" fmla="*/ 0 w 23040"/>
              <a:gd name="textAreaRight" fmla="*/ 23400 w 2304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5" h="72">
                <a:moveTo>
                  <a:pt x="15" y="72"/>
                </a:moveTo>
                <a:lnTo>
                  <a:pt x="65" y="44"/>
                </a:lnTo>
                <a:lnTo>
                  <a:pt x="53" y="16"/>
                </a:lnTo>
                <a:lnTo>
                  <a:pt x="47" y="7"/>
                </a:lnTo>
                <a:lnTo>
                  <a:pt x="39" y="2"/>
                </a:lnTo>
                <a:lnTo>
                  <a:pt x="26" y="0"/>
                </a:lnTo>
                <a:lnTo>
                  <a:pt x="15" y="3"/>
                </a:lnTo>
                <a:lnTo>
                  <a:pt x="6" y="10"/>
                </a:lnTo>
                <a:lnTo>
                  <a:pt x="0" y="20"/>
                </a:lnTo>
                <a:lnTo>
                  <a:pt x="0" y="33"/>
                </a:lnTo>
                <a:lnTo>
                  <a:pt x="3" y="44"/>
                </a:lnTo>
                <a:lnTo>
                  <a:pt x="15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3653800" y="4231800"/>
            <a:ext cx="159840" cy="149040"/>
          </a:xfrm>
          <a:custGeom>
            <a:avLst/>
            <a:gdLst>
              <a:gd name="textAreaLeft" fmla="*/ 0 w 159840"/>
              <a:gd name="textAreaRight" fmla="*/ 160200 w 159840"/>
              <a:gd name="textAreaTop" fmla="*/ 0 h 149040"/>
              <a:gd name="textAreaBottom" fmla="*/ 149400 h 149040"/>
            </a:gdLst>
            <a:ahLst/>
            <a:rect l="textAreaLeft" t="textAreaTop" r="textAreaRight" b="textAreaBottom"/>
            <a:pathLst>
              <a:path fill="none" w="445" h="415">
                <a:moveTo>
                  <a:pt x="0" y="0"/>
                </a:moveTo>
                <a:cubicBezTo>
                  <a:pt x="133" y="276"/>
                  <a:pt x="286" y="329"/>
                  <a:pt x="445" y="415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3942520" y="421308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0" y="16"/>
                </a:moveTo>
                <a:lnTo>
                  <a:pt x="25" y="71"/>
                </a:lnTo>
                <a:lnTo>
                  <a:pt x="50" y="57"/>
                </a:lnTo>
                <a:lnTo>
                  <a:pt x="59" y="50"/>
                </a:lnTo>
                <a:lnTo>
                  <a:pt x="65" y="39"/>
                </a:lnTo>
                <a:lnTo>
                  <a:pt x="65" y="28"/>
                </a:lnTo>
                <a:lnTo>
                  <a:pt x="62" y="16"/>
                </a:lnTo>
                <a:lnTo>
                  <a:pt x="56" y="7"/>
                </a:lnTo>
                <a:lnTo>
                  <a:pt x="47" y="1"/>
                </a:lnTo>
                <a:lnTo>
                  <a:pt x="36" y="0"/>
                </a:lnTo>
                <a:lnTo>
                  <a:pt x="25" y="3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3655600" y="4243320"/>
            <a:ext cx="20160" cy="21960"/>
          </a:xfrm>
          <a:custGeom>
            <a:avLst/>
            <a:gdLst>
              <a:gd name="textAreaLeft" fmla="*/ 0 w 20160"/>
              <a:gd name="textAreaRight" fmla="*/ 20520 w 2016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7" h="62">
                <a:moveTo>
                  <a:pt x="0" y="62"/>
                </a:moveTo>
                <a:lnTo>
                  <a:pt x="57" y="61"/>
                </a:lnTo>
                <a:lnTo>
                  <a:pt x="57" y="30"/>
                </a:lnTo>
                <a:lnTo>
                  <a:pt x="54" y="19"/>
                </a:lnTo>
                <a:lnTo>
                  <a:pt x="48" y="10"/>
                </a:lnTo>
                <a:lnTo>
                  <a:pt x="39" y="2"/>
                </a:lnTo>
                <a:lnTo>
                  <a:pt x="27" y="0"/>
                </a:lnTo>
                <a:lnTo>
                  <a:pt x="19" y="4"/>
                </a:lnTo>
                <a:lnTo>
                  <a:pt x="10" y="10"/>
                </a:lnTo>
                <a:lnTo>
                  <a:pt x="3" y="20"/>
                </a:lnTo>
                <a:lnTo>
                  <a:pt x="0" y="32"/>
                </a:lnTo>
                <a:lnTo>
                  <a:pt x="0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4807240" y="4222080"/>
            <a:ext cx="24840" cy="26280"/>
          </a:xfrm>
          <a:custGeom>
            <a:avLst/>
            <a:gdLst>
              <a:gd name="textAreaLeft" fmla="*/ 0 w 24840"/>
              <a:gd name="textAreaRight" fmla="*/ 25200 w 2484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70" h="74">
                <a:moveTo>
                  <a:pt x="0" y="30"/>
                </a:moveTo>
                <a:lnTo>
                  <a:pt x="40" y="74"/>
                </a:lnTo>
                <a:lnTo>
                  <a:pt x="61" y="52"/>
                </a:lnTo>
                <a:lnTo>
                  <a:pt x="67" y="41"/>
                </a:lnTo>
                <a:lnTo>
                  <a:pt x="70" y="30"/>
                </a:lnTo>
                <a:lnTo>
                  <a:pt x="67" y="18"/>
                </a:lnTo>
                <a:lnTo>
                  <a:pt x="61" y="9"/>
                </a:lnTo>
                <a:lnTo>
                  <a:pt x="52" y="2"/>
                </a:lnTo>
                <a:lnTo>
                  <a:pt x="40" y="0"/>
                </a:lnTo>
                <a:lnTo>
                  <a:pt x="28" y="2"/>
                </a:lnTo>
                <a:lnTo>
                  <a:pt x="20" y="9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3234760" y="4264920"/>
            <a:ext cx="21960" cy="23760"/>
          </a:xfrm>
          <a:custGeom>
            <a:avLst/>
            <a:gdLst>
              <a:gd name="textAreaLeft" fmla="*/ 0 w 21960"/>
              <a:gd name="textAreaRight" fmla="*/ 22320 w 2196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2" h="67">
                <a:moveTo>
                  <a:pt x="62" y="59"/>
                </a:moveTo>
                <a:lnTo>
                  <a:pt x="51" y="0"/>
                </a:lnTo>
                <a:lnTo>
                  <a:pt x="21" y="7"/>
                </a:lnTo>
                <a:lnTo>
                  <a:pt x="12" y="11"/>
                </a:lnTo>
                <a:lnTo>
                  <a:pt x="3" y="20"/>
                </a:lnTo>
                <a:lnTo>
                  <a:pt x="0" y="31"/>
                </a:lnTo>
                <a:lnTo>
                  <a:pt x="0" y="43"/>
                </a:lnTo>
                <a:lnTo>
                  <a:pt x="3" y="53"/>
                </a:lnTo>
                <a:lnTo>
                  <a:pt x="12" y="61"/>
                </a:lnTo>
                <a:lnTo>
                  <a:pt x="23" y="67"/>
                </a:lnTo>
                <a:lnTo>
                  <a:pt x="33" y="67"/>
                </a:lnTo>
                <a:lnTo>
                  <a:pt x="62" y="5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 flipV="1">
            <a:off x="23252760" y="4223160"/>
            <a:ext cx="231120" cy="5328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41" name=""/>
          <p:cNvSpPr/>
          <p:nvPr/>
        </p:nvSpPr>
        <p:spPr>
          <a:xfrm>
            <a:off x="23664960" y="4263120"/>
            <a:ext cx="83520" cy="128880"/>
          </a:xfrm>
          <a:custGeom>
            <a:avLst/>
            <a:gdLst>
              <a:gd name="textAreaLeft" fmla="*/ 0 w 83520"/>
              <a:gd name="textAreaRight" fmla="*/ 83880 w 83520"/>
              <a:gd name="textAreaTop" fmla="*/ 0 h 128880"/>
              <a:gd name="textAreaBottom" fmla="*/ 129240 h 128880"/>
            </a:gdLst>
            <a:ahLst/>
            <a:rect l="textAreaLeft" t="textAreaTop" r="textAreaRight" b="textAreaBottom"/>
            <a:pathLst>
              <a:path fill="none" w="233" h="359">
                <a:moveTo>
                  <a:pt x="3" y="0"/>
                </a:moveTo>
                <a:cubicBezTo>
                  <a:pt x="6" y="107"/>
                  <a:pt x="26" y="273"/>
                  <a:pt x="0" y="359"/>
                </a:cubicBezTo>
                <a:cubicBezTo>
                  <a:pt x="162" y="361"/>
                  <a:pt x="197" y="299"/>
                  <a:pt x="233" y="256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4177240" y="4259520"/>
            <a:ext cx="20880" cy="22320"/>
          </a:xfrm>
          <a:custGeom>
            <a:avLst/>
            <a:gdLst>
              <a:gd name="textAreaLeft" fmla="*/ 0 w 20880"/>
              <a:gd name="textAreaRight" fmla="*/ 21240 w 2088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9" h="63">
                <a:moveTo>
                  <a:pt x="56" y="63"/>
                </a:moveTo>
                <a:lnTo>
                  <a:pt x="59" y="2"/>
                </a:lnTo>
                <a:lnTo>
                  <a:pt x="29" y="0"/>
                </a:lnTo>
                <a:lnTo>
                  <a:pt x="18" y="2"/>
                </a:lnTo>
                <a:lnTo>
                  <a:pt x="9" y="8"/>
                </a:lnTo>
                <a:lnTo>
                  <a:pt x="3" y="19"/>
                </a:lnTo>
                <a:lnTo>
                  <a:pt x="0" y="30"/>
                </a:lnTo>
                <a:lnTo>
                  <a:pt x="3" y="42"/>
                </a:lnTo>
                <a:lnTo>
                  <a:pt x="6" y="52"/>
                </a:lnTo>
                <a:lnTo>
                  <a:pt x="18" y="59"/>
                </a:lnTo>
                <a:lnTo>
                  <a:pt x="27" y="62"/>
                </a:lnTo>
                <a:lnTo>
                  <a:pt x="56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24215760" y="425880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0" y="57"/>
                </a:moveTo>
                <a:lnTo>
                  <a:pt x="56" y="65"/>
                </a:lnTo>
                <a:lnTo>
                  <a:pt x="59" y="34"/>
                </a:lnTo>
                <a:lnTo>
                  <a:pt x="59" y="22"/>
                </a:lnTo>
                <a:lnTo>
                  <a:pt x="53" y="12"/>
                </a:lnTo>
                <a:lnTo>
                  <a:pt x="45" y="4"/>
                </a:lnTo>
                <a:lnTo>
                  <a:pt x="35" y="0"/>
                </a:lnTo>
                <a:lnTo>
                  <a:pt x="23" y="1"/>
                </a:lnTo>
                <a:lnTo>
                  <a:pt x="14" y="6"/>
                </a:lnTo>
                <a:lnTo>
                  <a:pt x="6" y="15"/>
                </a:lnTo>
                <a:lnTo>
                  <a:pt x="3" y="26"/>
                </a:lnTo>
                <a:lnTo>
                  <a:pt x="0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 flipH="1">
            <a:off x="24222240" y="4278600"/>
            <a:ext cx="3600" cy="259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45" name=""/>
          <p:cNvSpPr/>
          <p:nvPr/>
        </p:nvSpPr>
        <p:spPr>
          <a:xfrm flipV="1">
            <a:off x="23339880" y="4303080"/>
            <a:ext cx="164520" cy="525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46" name=""/>
          <p:cNvSpPr/>
          <p:nvPr/>
        </p:nvSpPr>
        <p:spPr>
          <a:xfrm>
            <a:off x="23500080" y="4290120"/>
            <a:ext cx="23040" cy="24120"/>
          </a:xfrm>
          <a:custGeom>
            <a:avLst/>
            <a:gdLst>
              <a:gd name="textAreaLeft" fmla="*/ 0 w 23040"/>
              <a:gd name="textAreaRight" fmla="*/ 23400 w 2304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5" h="68">
                <a:moveTo>
                  <a:pt x="0" y="9"/>
                </a:moveTo>
                <a:lnTo>
                  <a:pt x="18" y="68"/>
                </a:lnTo>
                <a:lnTo>
                  <a:pt x="45" y="58"/>
                </a:lnTo>
                <a:lnTo>
                  <a:pt x="54" y="52"/>
                </a:lnTo>
                <a:lnTo>
                  <a:pt x="62" y="43"/>
                </a:lnTo>
                <a:lnTo>
                  <a:pt x="65" y="32"/>
                </a:lnTo>
                <a:lnTo>
                  <a:pt x="63" y="21"/>
                </a:lnTo>
                <a:lnTo>
                  <a:pt x="59" y="10"/>
                </a:lnTo>
                <a:lnTo>
                  <a:pt x="51" y="3"/>
                </a:lnTo>
                <a:lnTo>
                  <a:pt x="41" y="0"/>
                </a:lnTo>
                <a:lnTo>
                  <a:pt x="30" y="1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3871960" y="430344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6" y="0"/>
                </a:moveTo>
                <a:lnTo>
                  <a:pt x="0" y="61"/>
                </a:lnTo>
                <a:lnTo>
                  <a:pt x="27" y="65"/>
                </a:lnTo>
                <a:lnTo>
                  <a:pt x="38" y="64"/>
                </a:lnTo>
                <a:lnTo>
                  <a:pt x="50" y="59"/>
                </a:lnTo>
                <a:lnTo>
                  <a:pt x="56" y="50"/>
                </a:lnTo>
                <a:lnTo>
                  <a:pt x="59" y="37"/>
                </a:lnTo>
                <a:lnTo>
                  <a:pt x="59" y="25"/>
                </a:lnTo>
                <a:lnTo>
                  <a:pt x="53" y="15"/>
                </a:lnTo>
                <a:lnTo>
                  <a:pt x="44" y="7"/>
                </a:lnTo>
                <a:lnTo>
                  <a:pt x="35" y="4"/>
                </a:lnTo>
                <a:lnTo>
                  <a:pt x="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4195960" y="430056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54" y="64"/>
                </a:moveTo>
                <a:lnTo>
                  <a:pt x="59" y="3"/>
                </a:lnTo>
                <a:lnTo>
                  <a:pt x="29" y="0"/>
                </a:lnTo>
                <a:lnTo>
                  <a:pt x="18" y="2"/>
                </a:lnTo>
                <a:lnTo>
                  <a:pt x="9" y="8"/>
                </a:lnTo>
                <a:lnTo>
                  <a:pt x="3" y="17"/>
                </a:lnTo>
                <a:lnTo>
                  <a:pt x="0" y="28"/>
                </a:lnTo>
                <a:lnTo>
                  <a:pt x="0" y="39"/>
                </a:lnTo>
                <a:lnTo>
                  <a:pt x="6" y="50"/>
                </a:lnTo>
                <a:lnTo>
                  <a:pt x="15" y="59"/>
                </a:lnTo>
                <a:lnTo>
                  <a:pt x="26" y="62"/>
                </a:lnTo>
                <a:lnTo>
                  <a:pt x="54" y="6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4211440" y="430092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59" y="8"/>
                </a:moveTo>
                <a:lnTo>
                  <a:pt x="4" y="0"/>
                </a:lnTo>
                <a:lnTo>
                  <a:pt x="0" y="30"/>
                </a:lnTo>
                <a:lnTo>
                  <a:pt x="1" y="41"/>
                </a:lnTo>
                <a:lnTo>
                  <a:pt x="6" y="51"/>
                </a:lnTo>
                <a:lnTo>
                  <a:pt x="12" y="61"/>
                </a:lnTo>
                <a:lnTo>
                  <a:pt x="24" y="65"/>
                </a:lnTo>
                <a:lnTo>
                  <a:pt x="35" y="64"/>
                </a:lnTo>
                <a:lnTo>
                  <a:pt x="44" y="59"/>
                </a:lnTo>
                <a:lnTo>
                  <a:pt x="52" y="48"/>
                </a:lnTo>
                <a:lnTo>
                  <a:pt x="57" y="37"/>
                </a:lnTo>
                <a:lnTo>
                  <a:pt x="59" y="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23321160" y="434412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65" y="59"/>
                </a:moveTo>
                <a:lnTo>
                  <a:pt x="47" y="0"/>
                </a:lnTo>
                <a:lnTo>
                  <a:pt x="21" y="9"/>
                </a:lnTo>
                <a:lnTo>
                  <a:pt x="11" y="14"/>
                </a:lnTo>
                <a:lnTo>
                  <a:pt x="3" y="23"/>
                </a:lnTo>
                <a:lnTo>
                  <a:pt x="0" y="35"/>
                </a:lnTo>
                <a:lnTo>
                  <a:pt x="2" y="48"/>
                </a:lnTo>
                <a:lnTo>
                  <a:pt x="6" y="58"/>
                </a:lnTo>
                <a:lnTo>
                  <a:pt x="14" y="65"/>
                </a:lnTo>
                <a:lnTo>
                  <a:pt x="27" y="69"/>
                </a:lnTo>
                <a:lnTo>
                  <a:pt x="36" y="68"/>
                </a:lnTo>
                <a:lnTo>
                  <a:pt x="65" y="5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23739840" y="4337280"/>
            <a:ext cx="25200" cy="25920"/>
          </a:xfrm>
          <a:custGeom>
            <a:avLst/>
            <a:gdLst>
              <a:gd name="textAreaLeft" fmla="*/ 0 w 25200"/>
              <a:gd name="textAreaRight" fmla="*/ 25560 w 2520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71" h="73">
                <a:moveTo>
                  <a:pt x="0" y="32"/>
                </a:moveTo>
                <a:lnTo>
                  <a:pt x="44" y="73"/>
                </a:lnTo>
                <a:lnTo>
                  <a:pt x="62" y="50"/>
                </a:lnTo>
                <a:lnTo>
                  <a:pt x="68" y="40"/>
                </a:lnTo>
                <a:lnTo>
                  <a:pt x="71" y="29"/>
                </a:lnTo>
                <a:lnTo>
                  <a:pt x="68" y="18"/>
                </a:lnTo>
                <a:lnTo>
                  <a:pt x="62" y="7"/>
                </a:lnTo>
                <a:lnTo>
                  <a:pt x="50" y="1"/>
                </a:lnTo>
                <a:lnTo>
                  <a:pt x="41" y="0"/>
                </a:lnTo>
                <a:lnTo>
                  <a:pt x="29" y="2"/>
                </a:lnTo>
                <a:lnTo>
                  <a:pt x="20" y="9"/>
                </a:lnTo>
                <a:lnTo>
                  <a:pt x="0" y="3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4129720" y="4324680"/>
            <a:ext cx="20520" cy="22320"/>
          </a:xfrm>
          <a:custGeom>
            <a:avLst/>
            <a:gdLst>
              <a:gd name="textAreaLeft" fmla="*/ 0 w 20520"/>
              <a:gd name="textAreaRight" fmla="*/ 20880 w 2052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8" h="63">
                <a:moveTo>
                  <a:pt x="3" y="63"/>
                </a:moveTo>
                <a:lnTo>
                  <a:pt x="58" y="60"/>
                </a:lnTo>
                <a:lnTo>
                  <a:pt x="58" y="30"/>
                </a:lnTo>
                <a:lnTo>
                  <a:pt x="55" y="19"/>
                </a:lnTo>
                <a:lnTo>
                  <a:pt x="50" y="8"/>
                </a:lnTo>
                <a:lnTo>
                  <a:pt x="39" y="2"/>
                </a:lnTo>
                <a:lnTo>
                  <a:pt x="28" y="0"/>
                </a:lnTo>
                <a:lnTo>
                  <a:pt x="17" y="3"/>
                </a:lnTo>
                <a:lnTo>
                  <a:pt x="8" y="10"/>
                </a:lnTo>
                <a:lnTo>
                  <a:pt x="3" y="21"/>
                </a:lnTo>
                <a:lnTo>
                  <a:pt x="0" y="32"/>
                </a:lnTo>
                <a:lnTo>
                  <a:pt x="3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24140160" y="4344840"/>
            <a:ext cx="19440" cy="96840"/>
          </a:xfrm>
          <a:custGeom>
            <a:avLst/>
            <a:gdLst>
              <a:gd name="textAreaLeft" fmla="*/ 0 w 19440"/>
              <a:gd name="textAreaRight" fmla="*/ 19800 w 19440"/>
              <a:gd name="textAreaTop" fmla="*/ 0 h 96840"/>
              <a:gd name="textAreaBottom" fmla="*/ 97200 h 96840"/>
            </a:gdLst>
            <a:ahLst/>
            <a:rect l="textAreaLeft" t="textAreaTop" r="textAreaRight" b="textAreaBottom"/>
            <a:pathLst>
              <a:path fill="none" w="55" h="270">
                <a:moveTo>
                  <a:pt x="0" y="0"/>
                </a:moveTo>
                <a:cubicBezTo>
                  <a:pt x="5" y="114"/>
                  <a:pt x="25" y="190"/>
                  <a:pt x="55" y="27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4908760" y="4316400"/>
            <a:ext cx="35280" cy="143280"/>
          </a:xfrm>
          <a:custGeom>
            <a:avLst/>
            <a:gdLst>
              <a:gd name="textAreaLeft" fmla="*/ 0 w 35280"/>
              <a:gd name="textAreaRight" fmla="*/ 35640 w 35280"/>
              <a:gd name="textAreaTop" fmla="*/ 0 h 143280"/>
              <a:gd name="textAreaBottom" fmla="*/ 143640 h 143280"/>
            </a:gdLst>
            <a:ahLst/>
            <a:rect l="textAreaLeft" t="textAreaTop" r="textAreaRight" b="textAreaBottom"/>
            <a:pathLst>
              <a:path fill="none" w="99" h="399">
                <a:moveTo>
                  <a:pt x="0" y="399"/>
                </a:moveTo>
                <a:cubicBezTo>
                  <a:pt x="122" y="295"/>
                  <a:pt x="119" y="272"/>
                  <a:pt x="59" y="192"/>
                </a:cubicBezTo>
                <a:cubicBezTo>
                  <a:pt x="3" y="109"/>
                  <a:pt x="30" y="70"/>
                  <a:pt x="97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4935760" y="4299120"/>
            <a:ext cx="24120" cy="26280"/>
          </a:xfrm>
          <a:custGeom>
            <a:avLst/>
            <a:gdLst>
              <a:gd name="textAreaLeft" fmla="*/ 0 w 24120"/>
              <a:gd name="textAreaRight" fmla="*/ 24480 w 2412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68" h="74">
                <a:moveTo>
                  <a:pt x="0" y="29"/>
                </a:moveTo>
                <a:lnTo>
                  <a:pt x="38" y="74"/>
                </a:lnTo>
                <a:lnTo>
                  <a:pt x="59" y="52"/>
                </a:lnTo>
                <a:lnTo>
                  <a:pt x="65" y="42"/>
                </a:lnTo>
                <a:lnTo>
                  <a:pt x="68" y="30"/>
                </a:lnTo>
                <a:lnTo>
                  <a:pt x="68" y="19"/>
                </a:lnTo>
                <a:lnTo>
                  <a:pt x="60" y="9"/>
                </a:lnTo>
                <a:lnTo>
                  <a:pt x="51" y="3"/>
                </a:lnTo>
                <a:lnTo>
                  <a:pt x="40" y="0"/>
                </a:lnTo>
                <a:lnTo>
                  <a:pt x="29" y="2"/>
                </a:lnTo>
                <a:lnTo>
                  <a:pt x="20" y="9"/>
                </a:lnTo>
                <a:lnTo>
                  <a:pt x="0" y="2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3519520" y="435276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0" y="15"/>
                </a:moveTo>
                <a:lnTo>
                  <a:pt x="23" y="71"/>
                </a:lnTo>
                <a:lnTo>
                  <a:pt x="51" y="58"/>
                </a:lnTo>
                <a:lnTo>
                  <a:pt x="59" y="51"/>
                </a:lnTo>
                <a:lnTo>
                  <a:pt x="65" y="41"/>
                </a:lnTo>
                <a:lnTo>
                  <a:pt x="68" y="30"/>
                </a:lnTo>
                <a:lnTo>
                  <a:pt x="65" y="17"/>
                </a:lnTo>
                <a:lnTo>
                  <a:pt x="59" y="7"/>
                </a:lnTo>
                <a:lnTo>
                  <a:pt x="48" y="1"/>
                </a:lnTo>
                <a:lnTo>
                  <a:pt x="38" y="0"/>
                </a:lnTo>
                <a:lnTo>
                  <a:pt x="26" y="2"/>
                </a:lnTo>
                <a:lnTo>
                  <a:pt x="0" y="1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3770800" y="3394440"/>
            <a:ext cx="991440" cy="1208520"/>
          </a:xfrm>
          <a:custGeom>
            <a:avLst/>
            <a:gdLst>
              <a:gd name="textAreaLeft" fmla="*/ 0 w 991440"/>
              <a:gd name="textAreaRight" fmla="*/ 991800 w 991440"/>
              <a:gd name="textAreaTop" fmla="*/ 0 h 1208520"/>
              <a:gd name="textAreaBottom" fmla="*/ 1208880 h 1208520"/>
            </a:gdLst>
            <a:ahLst/>
            <a:rect l="textAreaLeft" t="textAreaTop" r="textAreaRight" b="textAreaBottom"/>
            <a:pathLst>
              <a:path fill="none" w="2755" h="3358">
                <a:moveTo>
                  <a:pt x="2755" y="0"/>
                </a:moveTo>
                <a:cubicBezTo>
                  <a:pt x="1638" y="915"/>
                  <a:pt x="1195" y="2504"/>
                  <a:pt x="0" y="3358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3893560" y="3392280"/>
            <a:ext cx="43920" cy="43560"/>
          </a:xfrm>
          <a:custGeom>
            <a:avLst/>
            <a:gdLst>
              <a:gd name="textAreaLeft" fmla="*/ 0 w 43920"/>
              <a:gd name="textAreaRight" fmla="*/ 44280 w 43920"/>
              <a:gd name="textAreaTop" fmla="*/ 0 h 43560"/>
              <a:gd name="textAreaBottom" fmla="*/ 43920 h 43560"/>
            </a:gdLst>
            <a:ahLst/>
            <a:rect l="textAreaLeft" t="textAreaTop" r="textAreaRight" b="textAreaBottom"/>
            <a:pathLst>
              <a:path w="123" h="122">
                <a:moveTo>
                  <a:pt x="123" y="61"/>
                </a:moveTo>
                <a:cubicBezTo>
                  <a:pt x="123" y="95"/>
                  <a:pt x="97" y="122"/>
                  <a:pt x="62" y="115"/>
                </a:cubicBezTo>
                <a:lnTo>
                  <a:pt x="68" y="122"/>
                </a:lnTo>
                <a:cubicBezTo>
                  <a:pt x="35" y="122"/>
                  <a:pt x="9" y="95"/>
                  <a:pt x="0" y="70"/>
                </a:cubicBezTo>
                <a:lnTo>
                  <a:pt x="9" y="61"/>
                </a:lnTo>
                <a:cubicBezTo>
                  <a:pt x="9" y="27"/>
                  <a:pt x="35" y="0"/>
                  <a:pt x="62" y="4"/>
                </a:cubicBezTo>
                <a:lnTo>
                  <a:pt x="68" y="0"/>
                </a:lnTo>
                <a:cubicBezTo>
                  <a:pt x="97" y="0"/>
                  <a:pt x="123" y="27"/>
                  <a:pt x="123" y="70"/>
                </a:cubicBezTo>
                <a:lnTo>
                  <a:pt x="123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4755040" y="337824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0" y="24"/>
                </a:moveTo>
                <a:lnTo>
                  <a:pt x="35" y="73"/>
                </a:lnTo>
                <a:lnTo>
                  <a:pt x="56" y="55"/>
                </a:lnTo>
                <a:lnTo>
                  <a:pt x="65" y="46"/>
                </a:lnTo>
                <a:lnTo>
                  <a:pt x="68" y="35"/>
                </a:lnTo>
                <a:lnTo>
                  <a:pt x="68" y="23"/>
                </a:lnTo>
                <a:lnTo>
                  <a:pt x="62" y="11"/>
                </a:lnTo>
                <a:lnTo>
                  <a:pt x="53" y="3"/>
                </a:lnTo>
                <a:lnTo>
                  <a:pt x="45" y="0"/>
                </a:lnTo>
                <a:lnTo>
                  <a:pt x="33" y="0"/>
                </a:lnTo>
                <a:lnTo>
                  <a:pt x="24" y="5"/>
                </a:lnTo>
                <a:lnTo>
                  <a:pt x="0" y="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3807520" y="4370040"/>
            <a:ext cx="23040" cy="25560"/>
          </a:xfrm>
          <a:custGeom>
            <a:avLst/>
            <a:gdLst>
              <a:gd name="textAreaLeft" fmla="*/ 0 w 23040"/>
              <a:gd name="textAreaRight" fmla="*/ 23400 w 2304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5" h="72">
                <a:moveTo>
                  <a:pt x="27" y="0"/>
                </a:moveTo>
                <a:lnTo>
                  <a:pt x="0" y="55"/>
                </a:lnTo>
                <a:lnTo>
                  <a:pt x="27" y="69"/>
                </a:lnTo>
                <a:lnTo>
                  <a:pt x="36" y="72"/>
                </a:lnTo>
                <a:lnTo>
                  <a:pt x="47" y="71"/>
                </a:lnTo>
                <a:lnTo>
                  <a:pt x="56" y="65"/>
                </a:lnTo>
                <a:lnTo>
                  <a:pt x="62" y="56"/>
                </a:lnTo>
                <a:lnTo>
                  <a:pt x="65" y="45"/>
                </a:lnTo>
                <a:lnTo>
                  <a:pt x="64" y="32"/>
                </a:lnTo>
                <a:lnTo>
                  <a:pt x="59" y="22"/>
                </a:lnTo>
                <a:lnTo>
                  <a:pt x="50" y="15"/>
                </a:lnTo>
                <a:lnTo>
                  <a:pt x="2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23544720" y="4413600"/>
            <a:ext cx="23040" cy="25920"/>
          </a:xfrm>
          <a:custGeom>
            <a:avLst/>
            <a:gdLst>
              <a:gd name="textAreaLeft" fmla="*/ 0 w 23040"/>
              <a:gd name="textAreaRight" fmla="*/ 23400 w 2304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5" h="73">
                <a:moveTo>
                  <a:pt x="0" y="21"/>
                </a:moveTo>
                <a:lnTo>
                  <a:pt x="28" y="73"/>
                </a:lnTo>
                <a:lnTo>
                  <a:pt x="53" y="57"/>
                </a:lnTo>
                <a:lnTo>
                  <a:pt x="61" y="49"/>
                </a:lnTo>
                <a:lnTo>
                  <a:pt x="65" y="39"/>
                </a:lnTo>
                <a:lnTo>
                  <a:pt x="65" y="27"/>
                </a:lnTo>
                <a:lnTo>
                  <a:pt x="62" y="14"/>
                </a:lnTo>
                <a:lnTo>
                  <a:pt x="55" y="6"/>
                </a:lnTo>
                <a:lnTo>
                  <a:pt x="44" y="1"/>
                </a:lnTo>
                <a:lnTo>
                  <a:pt x="34" y="0"/>
                </a:lnTo>
                <a:lnTo>
                  <a:pt x="23" y="4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4075360" y="439524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3" y="65"/>
                </a:moveTo>
                <a:lnTo>
                  <a:pt x="59" y="55"/>
                </a:lnTo>
                <a:lnTo>
                  <a:pt x="54" y="24"/>
                </a:lnTo>
                <a:lnTo>
                  <a:pt x="51" y="13"/>
                </a:lnTo>
                <a:lnTo>
                  <a:pt x="45" y="5"/>
                </a:lnTo>
                <a:lnTo>
                  <a:pt x="33" y="0"/>
                </a:lnTo>
                <a:lnTo>
                  <a:pt x="23" y="0"/>
                </a:lnTo>
                <a:lnTo>
                  <a:pt x="12" y="4"/>
                </a:lnTo>
                <a:lnTo>
                  <a:pt x="3" y="11"/>
                </a:lnTo>
                <a:lnTo>
                  <a:pt x="0" y="22"/>
                </a:lnTo>
                <a:lnTo>
                  <a:pt x="0" y="34"/>
                </a:lnTo>
                <a:lnTo>
                  <a:pt x="3" y="6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4085800" y="4414680"/>
            <a:ext cx="15840" cy="55800"/>
          </a:xfrm>
          <a:custGeom>
            <a:avLst/>
            <a:gdLst>
              <a:gd name="textAreaLeft" fmla="*/ 0 w 15840"/>
              <a:gd name="textAreaRight" fmla="*/ 16200 w 15840"/>
              <a:gd name="textAreaTop" fmla="*/ 0 h 55800"/>
              <a:gd name="textAreaBottom" fmla="*/ 56160 h 55800"/>
            </a:gdLst>
            <a:ahLst/>
            <a:rect l="textAreaLeft" t="textAreaTop" r="textAreaRight" b="textAreaBottom"/>
            <a:pathLst>
              <a:path fill="none" w="45" h="156">
                <a:moveTo>
                  <a:pt x="0" y="0"/>
                </a:moveTo>
                <a:cubicBezTo>
                  <a:pt x="9" y="59"/>
                  <a:pt x="18" y="96"/>
                  <a:pt x="45" y="156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4140160" y="439380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67" y="40"/>
                </a:moveTo>
                <a:lnTo>
                  <a:pt x="25" y="0"/>
                </a:lnTo>
                <a:lnTo>
                  <a:pt x="5" y="23"/>
                </a:lnTo>
                <a:lnTo>
                  <a:pt x="0" y="33"/>
                </a:lnTo>
                <a:lnTo>
                  <a:pt x="0" y="46"/>
                </a:lnTo>
                <a:lnTo>
                  <a:pt x="2" y="57"/>
                </a:lnTo>
                <a:lnTo>
                  <a:pt x="8" y="66"/>
                </a:lnTo>
                <a:lnTo>
                  <a:pt x="17" y="72"/>
                </a:lnTo>
                <a:lnTo>
                  <a:pt x="28" y="73"/>
                </a:lnTo>
                <a:lnTo>
                  <a:pt x="41" y="71"/>
                </a:lnTo>
                <a:lnTo>
                  <a:pt x="50" y="64"/>
                </a:lnTo>
                <a:lnTo>
                  <a:pt x="67" y="4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4214680" y="4312080"/>
            <a:ext cx="100800" cy="200160"/>
          </a:xfrm>
          <a:custGeom>
            <a:avLst/>
            <a:gdLst>
              <a:gd name="textAreaLeft" fmla="*/ 0 w 100800"/>
              <a:gd name="textAreaRight" fmla="*/ 101160 w 100800"/>
              <a:gd name="textAreaTop" fmla="*/ 0 h 200160"/>
              <a:gd name="textAreaBottom" fmla="*/ 200520 h 200160"/>
            </a:gdLst>
            <a:ahLst/>
            <a:rect l="textAreaLeft" t="textAreaTop" r="textAreaRight" b="textAreaBottom"/>
            <a:pathLst>
              <a:path fill="none" w="281" h="557">
                <a:moveTo>
                  <a:pt x="0" y="0"/>
                </a:moveTo>
                <a:cubicBezTo>
                  <a:pt x="264" y="30"/>
                  <a:pt x="360" y="355"/>
                  <a:pt x="209" y="55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23648400" y="445104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0" y="49"/>
                </a:moveTo>
                <a:lnTo>
                  <a:pt x="54" y="71"/>
                </a:lnTo>
                <a:lnTo>
                  <a:pt x="65" y="42"/>
                </a:lnTo>
                <a:lnTo>
                  <a:pt x="68" y="31"/>
                </a:lnTo>
                <a:lnTo>
                  <a:pt x="65" y="19"/>
                </a:lnTo>
                <a:lnTo>
                  <a:pt x="59" y="9"/>
                </a:lnTo>
                <a:lnTo>
                  <a:pt x="50" y="3"/>
                </a:lnTo>
                <a:lnTo>
                  <a:pt x="39" y="0"/>
                </a:lnTo>
                <a:lnTo>
                  <a:pt x="27" y="3"/>
                </a:lnTo>
                <a:lnTo>
                  <a:pt x="19" y="9"/>
                </a:lnTo>
                <a:lnTo>
                  <a:pt x="12" y="19"/>
                </a:lnTo>
                <a:lnTo>
                  <a:pt x="0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23803200" y="3476160"/>
            <a:ext cx="985320" cy="1186560"/>
          </a:xfrm>
          <a:custGeom>
            <a:avLst/>
            <a:gdLst>
              <a:gd name="textAreaLeft" fmla="*/ 0 w 985320"/>
              <a:gd name="textAreaRight" fmla="*/ 985680 w 985320"/>
              <a:gd name="textAreaTop" fmla="*/ 0 h 1186560"/>
              <a:gd name="textAreaBottom" fmla="*/ 1186920 h 1186560"/>
            </a:gdLst>
            <a:ahLst/>
            <a:rect l="textAreaLeft" t="textAreaTop" r="textAreaRight" b="textAreaBottom"/>
            <a:pathLst>
              <a:path fill="none" w="2738" h="3297">
                <a:moveTo>
                  <a:pt x="2738" y="0"/>
                </a:moveTo>
                <a:cubicBezTo>
                  <a:pt x="1734" y="721"/>
                  <a:pt x="1214" y="2543"/>
                  <a:pt x="0" y="329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4217560" y="3464640"/>
            <a:ext cx="51840" cy="40680"/>
          </a:xfrm>
          <a:custGeom>
            <a:avLst/>
            <a:gdLst>
              <a:gd name="textAreaLeft" fmla="*/ 0 w 51840"/>
              <a:gd name="textAreaRight" fmla="*/ 52200 w 51840"/>
              <a:gd name="textAreaTop" fmla="*/ 0 h 40680"/>
              <a:gd name="textAreaBottom" fmla="*/ 41040 h 40680"/>
            </a:gdLst>
            <a:ahLst/>
            <a:rect l="textAreaLeft" t="textAreaTop" r="textAreaRight" b="textAreaBottom"/>
            <a:pathLst>
              <a:path w="145" h="114">
                <a:moveTo>
                  <a:pt x="137" y="6"/>
                </a:moveTo>
                <a:cubicBezTo>
                  <a:pt x="114" y="13"/>
                  <a:pt x="90" y="25"/>
                  <a:pt x="61" y="22"/>
                </a:cubicBezTo>
                <a:lnTo>
                  <a:pt x="63" y="24"/>
                </a:lnTo>
                <a:cubicBezTo>
                  <a:pt x="55" y="24"/>
                  <a:pt x="-6" y="13"/>
                  <a:pt x="0" y="44"/>
                </a:cubicBezTo>
                <a:lnTo>
                  <a:pt x="3" y="34"/>
                </a:lnTo>
                <a:cubicBezTo>
                  <a:pt x="23" y="92"/>
                  <a:pt x="82" y="100"/>
                  <a:pt x="125" y="112"/>
                </a:cubicBezTo>
                <a:lnTo>
                  <a:pt x="131" y="114"/>
                </a:lnTo>
                <a:cubicBezTo>
                  <a:pt x="131" y="114"/>
                  <a:pt x="134" y="41"/>
                  <a:pt x="145" y="0"/>
                </a:cubicBezTo>
                <a:lnTo>
                  <a:pt x="137" y="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4571080" y="3446640"/>
            <a:ext cx="45000" cy="44640"/>
          </a:xfrm>
          <a:custGeom>
            <a:avLst/>
            <a:gdLst>
              <a:gd name="textAreaLeft" fmla="*/ 0 w 45000"/>
              <a:gd name="textAreaRight" fmla="*/ 45360 w 45000"/>
              <a:gd name="textAreaTop" fmla="*/ 0 h 44640"/>
              <a:gd name="textAreaBottom" fmla="*/ 45000 h 44640"/>
            </a:gdLst>
            <a:ahLst/>
            <a:rect l="textAreaLeft" t="textAreaTop" r="textAreaRight" b="textAreaBottom"/>
            <a:pathLst>
              <a:path w="126" h="125">
                <a:moveTo>
                  <a:pt x="117" y="62"/>
                </a:moveTo>
                <a:cubicBezTo>
                  <a:pt x="117" y="98"/>
                  <a:pt x="91" y="125"/>
                  <a:pt x="65" y="118"/>
                </a:cubicBezTo>
                <a:lnTo>
                  <a:pt x="58" y="125"/>
                </a:lnTo>
                <a:cubicBezTo>
                  <a:pt x="26" y="125"/>
                  <a:pt x="0" y="98"/>
                  <a:pt x="3" y="73"/>
                </a:cubicBezTo>
                <a:lnTo>
                  <a:pt x="0" y="62"/>
                </a:lnTo>
                <a:cubicBezTo>
                  <a:pt x="0" y="27"/>
                  <a:pt x="26" y="0"/>
                  <a:pt x="65" y="6"/>
                </a:cubicBezTo>
                <a:lnTo>
                  <a:pt x="58" y="0"/>
                </a:lnTo>
                <a:cubicBezTo>
                  <a:pt x="91" y="0"/>
                  <a:pt x="117" y="27"/>
                  <a:pt x="126" y="73"/>
                </a:cubicBezTo>
                <a:lnTo>
                  <a:pt x="117" y="6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24780960" y="346032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0" y="22"/>
                </a:moveTo>
                <a:lnTo>
                  <a:pt x="32" y="73"/>
                </a:lnTo>
                <a:lnTo>
                  <a:pt x="56" y="55"/>
                </a:lnTo>
                <a:lnTo>
                  <a:pt x="65" y="47"/>
                </a:lnTo>
                <a:lnTo>
                  <a:pt x="68" y="36"/>
                </a:lnTo>
                <a:lnTo>
                  <a:pt x="68" y="25"/>
                </a:lnTo>
                <a:lnTo>
                  <a:pt x="65" y="14"/>
                </a:lnTo>
                <a:lnTo>
                  <a:pt x="56" y="5"/>
                </a:lnTo>
                <a:lnTo>
                  <a:pt x="48" y="0"/>
                </a:lnTo>
                <a:lnTo>
                  <a:pt x="36" y="0"/>
                </a:lnTo>
                <a:lnTo>
                  <a:pt x="23" y="5"/>
                </a:lnTo>
                <a:lnTo>
                  <a:pt x="0" y="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4782040" y="345744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54" y="0"/>
                </a:moveTo>
                <a:lnTo>
                  <a:pt x="0" y="21"/>
                </a:lnTo>
                <a:lnTo>
                  <a:pt x="11" y="49"/>
                </a:lnTo>
                <a:lnTo>
                  <a:pt x="15" y="59"/>
                </a:lnTo>
                <a:lnTo>
                  <a:pt x="23" y="66"/>
                </a:lnTo>
                <a:lnTo>
                  <a:pt x="35" y="69"/>
                </a:lnTo>
                <a:lnTo>
                  <a:pt x="46" y="68"/>
                </a:lnTo>
                <a:lnTo>
                  <a:pt x="56" y="62"/>
                </a:lnTo>
                <a:lnTo>
                  <a:pt x="62" y="53"/>
                </a:lnTo>
                <a:lnTo>
                  <a:pt x="65" y="42"/>
                </a:lnTo>
                <a:lnTo>
                  <a:pt x="65" y="30"/>
                </a:lnTo>
                <a:lnTo>
                  <a:pt x="5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4340320" y="3514680"/>
            <a:ext cx="47160" cy="69840"/>
          </a:xfrm>
          <a:custGeom>
            <a:avLst/>
            <a:gdLst>
              <a:gd name="textAreaLeft" fmla="*/ 0 w 47160"/>
              <a:gd name="textAreaRight" fmla="*/ 47520 w 47160"/>
              <a:gd name="textAreaTop" fmla="*/ 0 h 69840"/>
              <a:gd name="textAreaBottom" fmla="*/ 70200 h 69840"/>
            </a:gdLst>
            <a:ahLst/>
            <a:rect l="textAreaLeft" t="textAreaTop" r="textAreaRight" b="textAreaBottom"/>
            <a:pathLst>
              <a:path w="132" h="195">
                <a:moveTo>
                  <a:pt x="132" y="81"/>
                </a:moveTo>
                <a:lnTo>
                  <a:pt x="129" y="78"/>
                </a:lnTo>
                <a:cubicBezTo>
                  <a:pt x="100" y="63"/>
                  <a:pt x="63" y="51"/>
                  <a:pt x="29" y="37"/>
                </a:cubicBezTo>
                <a:lnTo>
                  <a:pt x="38" y="26"/>
                </a:lnTo>
                <a:cubicBezTo>
                  <a:pt x="35" y="21"/>
                  <a:pt x="9" y="-23"/>
                  <a:pt x="9" y="15"/>
                </a:cubicBezTo>
                <a:lnTo>
                  <a:pt x="3" y="5"/>
                </a:lnTo>
                <a:cubicBezTo>
                  <a:pt x="-8" y="68"/>
                  <a:pt x="9" y="151"/>
                  <a:pt x="51" y="192"/>
                </a:cubicBezTo>
                <a:lnTo>
                  <a:pt x="56" y="195"/>
                </a:lnTo>
                <a:cubicBezTo>
                  <a:pt x="56" y="195"/>
                  <a:pt x="105" y="114"/>
                  <a:pt x="132" y="8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4520320" y="3512160"/>
            <a:ext cx="38520" cy="42840"/>
          </a:xfrm>
          <a:custGeom>
            <a:avLst/>
            <a:gdLst>
              <a:gd name="textAreaLeft" fmla="*/ 0 w 38520"/>
              <a:gd name="textAreaRight" fmla="*/ 38880 w 38520"/>
              <a:gd name="textAreaTop" fmla="*/ 0 h 42840"/>
              <a:gd name="textAreaBottom" fmla="*/ 43200 h 42840"/>
            </a:gdLst>
            <a:ahLst/>
            <a:rect l="textAreaLeft" t="textAreaTop" r="textAreaRight" b="textAreaBottom"/>
            <a:pathLst>
              <a:path w="108" h="120">
                <a:moveTo>
                  <a:pt x="108" y="63"/>
                </a:moveTo>
                <a:cubicBezTo>
                  <a:pt x="108" y="94"/>
                  <a:pt x="84" y="120"/>
                  <a:pt x="61" y="112"/>
                </a:cubicBezTo>
                <a:lnTo>
                  <a:pt x="55" y="120"/>
                </a:lnTo>
                <a:cubicBezTo>
                  <a:pt x="28" y="120"/>
                  <a:pt x="5" y="94"/>
                  <a:pt x="0" y="66"/>
                </a:cubicBezTo>
                <a:lnTo>
                  <a:pt x="5" y="63"/>
                </a:lnTo>
                <a:cubicBezTo>
                  <a:pt x="5" y="32"/>
                  <a:pt x="28" y="8"/>
                  <a:pt x="61" y="0"/>
                </a:cubicBezTo>
                <a:lnTo>
                  <a:pt x="55" y="8"/>
                </a:lnTo>
                <a:cubicBezTo>
                  <a:pt x="84" y="8"/>
                  <a:pt x="108" y="32"/>
                  <a:pt x="105" y="66"/>
                </a:cubicBezTo>
                <a:lnTo>
                  <a:pt x="108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24474240" y="3588480"/>
            <a:ext cx="32760" cy="35640"/>
          </a:xfrm>
          <a:custGeom>
            <a:avLst/>
            <a:gdLst>
              <a:gd name="textAreaLeft" fmla="*/ 0 w 32760"/>
              <a:gd name="textAreaRight" fmla="*/ 33120 w 32760"/>
              <a:gd name="textAreaTop" fmla="*/ 0 h 35640"/>
              <a:gd name="textAreaBottom" fmla="*/ 36000 h 35640"/>
            </a:gdLst>
            <a:ahLst/>
            <a:rect l="textAreaLeft" t="textAreaTop" r="textAreaRight" b="textAreaBottom"/>
            <a:pathLst>
              <a:path w="92" h="100">
                <a:moveTo>
                  <a:pt x="92" y="49"/>
                </a:moveTo>
                <a:cubicBezTo>
                  <a:pt x="92" y="76"/>
                  <a:pt x="71" y="100"/>
                  <a:pt x="48" y="97"/>
                </a:cubicBezTo>
                <a:lnTo>
                  <a:pt x="46" y="100"/>
                </a:lnTo>
                <a:cubicBezTo>
                  <a:pt x="21" y="100"/>
                  <a:pt x="0" y="76"/>
                  <a:pt x="6" y="51"/>
                </a:cubicBezTo>
                <a:lnTo>
                  <a:pt x="0" y="49"/>
                </a:lnTo>
                <a:cubicBezTo>
                  <a:pt x="0" y="22"/>
                  <a:pt x="21" y="0"/>
                  <a:pt x="48" y="7"/>
                </a:cubicBezTo>
                <a:lnTo>
                  <a:pt x="46" y="0"/>
                </a:lnTo>
                <a:cubicBezTo>
                  <a:pt x="71" y="0"/>
                  <a:pt x="92" y="22"/>
                  <a:pt x="89" y="51"/>
                </a:cubicBezTo>
                <a:lnTo>
                  <a:pt x="92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4705000" y="3958200"/>
            <a:ext cx="74160" cy="117000"/>
          </a:xfrm>
          <a:custGeom>
            <a:avLst/>
            <a:gdLst>
              <a:gd name="textAreaLeft" fmla="*/ 0 w 74160"/>
              <a:gd name="textAreaRight" fmla="*/ 74520 w 74160"/>
              <a:gd name="textAreaTop" fmla="*/ 0 h 117000"/>
              <a:gd name="textAreaBottom" fmla="*/ 117360 h 117000"/>
            </a:gdLst>
            <a:ahLst/>
            <a:rect l="textAreaLeft" t="textAreaTop" r="textAreaRight" b="textAreaBottom"/>
            <a:pathLst>
              <a:path w="207" h="326">
                <a:moveTo>
                  <a:pt x="201" y="152"/>
                </a:moveTo>
                <a:cubicBezTo>
                  <a:pt x="207" y="241"/>
                  <a:pt x="169" y="320"/>
                  <a:pt x="122" y="319"/>
                </a:cubicBezTo>
                <a:lnTo>
                  <a:pt x="113" y="325"/>
                </a:lnTo>
                <a:cubicBezTo>
                  <a:pt x="59" y="330"/>
                  <a:pt x="6" y="261"/>
                  <a:pt x="0" y="165"/>
                </a:cubicBezTo>
                <a:lnTo>
                  <a:pt x="1" y="171"/>
                </a:lnTo>
                <a:cubicBezTo>
                  <a:pt x="-6" y="82"/>
                  <a:pt x="32" y="5"/>
                  <a:pt x="82" y="10"/>
                </a:cubicBezTo>
                <a:lnTo>
                  <a:pt x="87" y="0"/>
                </a:lnTo>
                <a:cubicBezTo>
                  <a:pt x="142" y="-5"/>
                  <a:pt x="192" y="62"/>
                  <a:pt x="207" y="142"/>
                </a:cubicBezTo>
                <a:lnTo>
                  <a:pt x="201" y="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4150240" y="4435920"/>
            <a:ext cx="23040" cy="24840"/>
          </a:xfrm>
          <a:custGeom>
            <a:avLst/>
            <a:gdLst>
              <a:gd name="textAreaLeft" fmla="*/ 0 w 23040"/>
              <a:gd name="textAreaRight" fmla="*/ 23400 w 2304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5" h="70">
                <a:moveTo>
                  <a:pt x="51" y="0"/>
                </a:moveTo>
                <a:lnTo>
                  <a:pt x="0" y="23"/>
                </a:lnTo>
                <a:lnTo>
                  <a:pt x="9" y="51"/>
                </a:lnTo>
                <a:lnTo>
                  <a:pt x="15" y="60"/>
                </a:lnTo>
                <a:lnTo>
                  <a:pt x="24" y="68"/>
                </a:lnTo>
                <a:lnTo>
                  <a:pt x="36" y="70"/>
                </a:lnTo>
                <a:lnTo>
                  <a:pt x="48" y="68"/>
                </a:lnTo>
                <a:lnTo>
                  <a:pt x="56" y="61"/>
                </a:lnTo>
                <a:lnTo>
                  <a:pt x="62" y="51"/>
                </a:lnTo>
                <a:lnTo>
                  <a:pt x="65" y="40"/>
                </a:lnTo>
                <a:lnTo>
                  <a:pt x="62" y="29"/>
                </a:lnTo>
                <a:lnTo>
                  <a:pt x="5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4155640" y="4379040"/>
            <a:ext cx="92520" cy="79200"/>
          </a:xfrm>
          <a:custGeom>
            <a:avLst/>
            <a:gdLst>
              <a:gd name="textAreaLeft" fmla="*/ 0 w 92520"/>
              <a:gd name="textAreaRight" fmla="*/ 92880 w 92520"/>
              <a:gd name="textAreaTop" fmla="*/ 0 h 79200"/>
              <a:gd name="textAreaBottom" fmla="*/ 79560 h 79200"/>
            </a:gdLst>
            <a:ahLst/>
            <a:rect l="textAreaLeft" t="textAreaTop" r="textAreaRight" b="textAreaBottom"/>
            <a:pathLst>
              <a:path fill="none" w="258" h="221">
                <a:moveTo>
                  <a:pt x="0" y="63"/>
                </a:moveTo>
                <a:cubicBezTo>
                  <a:pt x="109" y="-57"/>
                  <a:pt x="310" y="-8"/>
                  <a:pt x="246" y="221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3295240" y="446292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65" y="53"/>
                </a:moveTo>
                <a:lnTo>
                  <a:pt x="41" y="0"/>
                </a:lnTo>
                <a:lnTo>
                  <a:pt x="14" y="12"/>
                </a:lnTo>
                <a:lnTo>
                  <a:pt x="8" y="19"/>
                </a:lnTo>
                <a:lnTo>
                  <a:pt x="2" y="29"/>
                </a:lnTo>
                <a:lnTo>
                  <a:pt x="0" y="40"/>
                </a:lnTo>
                <a:lnTo>
                  <a:pt x="3" y="52"/>
                </a:lnTo>
                <a:lnTo>
                  <a:pt x="9" y="63"/>
                </a:lnTo>
                <a:lnTo>
                  <a:pt x="17" y="69"/>
                </a:lnTo>
                <a:lnTo>
                  <a:pt x="30" y="71"/>
                </a:lnTo>
                <a:lnTo>
                  <a:pt x="41" y="68"/>
                </a:lnTo>
                <a:lnTo>
                  <a:pt x="65" y="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 flipV="1">
            <a:off x="23312880" y="4367160"/>
            <a:ext cx="213480" cy="1065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80" name=""/>
          <p:cNvSpPr/>
          <p:nvPr/>
        </p:nvSpPr>
        <p:spPr>
          <a:xfrm>
            <a:off x="24092280" y="446436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49" y="0"/>
                </a:moveTo>
                <a:lnTo>
                  <a:pt x="0" y="27"/>
                </a:lnTo>
                <a:lnTo>
                  <a:pt x="11" y="54"/>
                </a:lnTo>
                <a:lnTo>
                  <a:pt x="19" y="64"/>
                </a:lnTo>
                <a:lnTo>
                  <a:pt x="28" y="70"/>
                </a:lnTo>
                <a:lnTo>
                  <a:pt x="37" y="71"/>
                </a:lnTo>
                <a:lnTo>
                  <a:pt x="49" y="68"/>
                </a:lnTo>
                <a:lnTo>
                  <a:pt x="58" y="61"/>
                </a:lnTo>
                <a:lnTo>
                  <a:pt x="64" y="50"/>
                </a:lnTo>
                <a:lnTo>
                  <a:pt x="65" y="38"/>
                </a:lnTo>
                <a:lnTo>
                  <a:pt x="62" y="27"/>
                </a:lnTo>
                <a:lnTo>
                  <a:pt x="4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4231600" y="4453560"/>
            <a:ext cx="22680" cy="24480"/>
          </a:xfrm>
          <a:custGeom>
            <a:avLst/>
            <a:gdLst>
              <a:gd name="textAreaLeft" fmla="*/ 0 w 22680"/>
              <a:gd name="textAreaRight" fmla="*/ 23040 w 2268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4" h="69">
                <a:moveTo>
                  <a:pt x="64" y="20"/>
                </a:moveTo>
                <a:lnTo>
                  <a:pt x="10" y="0"/>
                </a:lnTo>
                <a:lnTo>
                  <a:pt x="0" y="29"/>
                </a:lnTo>
                <a:lnTo>
                  <a:pt x="0" y="42"/>
                </a:lnTo>
                <a:lnTo>
                  <a:pt x="2" y="53"/>
                </a:lnTo>
                <a:lnTo>
                  <a:pt x="9" y="62"/>
                </a:lnTo>
                <a:lnTo>
                  <a:pt x="21" y="68"/>
                </a:lnTo>
                <a:lnTo>
                  <a:pt x="29" y="69"/>
                </a:lnTo>
                <a:lnTo>
                  <a:pt x="41" y="66"/>
                </a:lnTo>
                <a:lnTo>
                  <a:pt x="50" y="59"/>
                </a:lnTo>
                <a:lnTo>
                  <a:pt x="55" y="49"/>
                </a:lnTo>
                <a:lnTo>
                  <a:pt x="64" y="2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24733080" y="445284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0" y="44"/>
                </a:moveTo>
                <a:lnTo>
                  <a:pt x="51" y="71"/>
                </a:lnTo>
                <a:lnTo>
                  <a:pt x="62" y="44"/>
                </a:lnTo>
                <a:lnTo>
                  <a:pt x="65" y="32"/>
                </a:lnTo>
                <a:lnTo>
                  <a:pt x="63" y="21"/>
                </a:lnTo>
                <a:lnTo>
                  <a:pt x="59" y="10"/>
                </a:lnTo>
                <a:lnTo>
                  <a:pt x="51" y="3"/>
                </a:lnTo>
                <a:lnTo>
                  <a:pt x="39" y="0"/>
                </a:lnTo>
                <a:lnTo>
                  <a:pt x="28" y="1"/>
                </a:lnTo>
                <a:lnTo>
                  <a:pt x="19" y="7"/>
                </a:lnTo>
                <a:lnTo>
                  <a:pt x="13" y="16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24736320" y="4471560"/>
            <a:ext cx="6480" cy="22680"/>
          </a:xfrm>
          <a:custGeom>
            <a:avLst/>
            <a:gdLst>
              <a:gd name="textAreaLeft" fmla="*/ 0 w 6480"/>
              <a:gd name="textAreaRight" fmla="*/ 6840 w 64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fill="none" w="19" h="64">
                <a:moveTo>
                  <a:pt x="19" y="0"/>
                </a:moveTo>
                <a:cubicBezTo>
                  <a:pt x="6" y="31"/>
                  <a:pt x="3" y="33"/>
                  <a:pt x="0" y="64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24891120" y="4453920"/>
            <a:ext cx="20160" cy="22320"/>
          </a:xfrm>
          <a:custGeom>
            <a:avLst/>
            <a:gdLst>
              <a:gd name="textAreaLeft" fmla="*/ 0 w 20160"/>
              <a:gd name="textAreaRight" fmla="*/ 20520 w 2016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7" h="63">
                <a:moveTo>
                  <a:pt x="3" y="0"/>
                </a:moveTo>
                <a:lnTo>
                  <a:pt x="0" y="61"/>
                </a:lnTo>
                <a:lnTo>
                  <a:pt x="26" y="63"/>
                </a:lnTo>
                <a:lnTo>
                  <a:pt x="38" y="62"/>
                </a:lnTo>
                <a:lnTo>
                  <a:pt x="48" y="55"/>
                </a:lnTo>
                <a:lnTo>
                  <a:pt x="54" y="46"/>
                </a:lnTo>
                <a:lnTo>
                  <a:pt x="57" y="35"/>
                </a:lnTo>
                <a:lnTo>
                  <a:pt x="56" y="23"/>
                </a:lnTo>
                <a:lnTo>
                  <a:pt x="50" y="12"/>
                </a:lnTo>
                <a:lnTo>
                  <a:pt x="41" y="5"/>
                </a:lnTo>
                <a:lnTo>
                  <a:pt x="29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24891120" y="445032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68" y="46"/>
                </a:moveTo>
                <a:lnTo>
                  <a:pt x="32" y="0"/>
                </a:lnTo>
                <a:lnTo>
                  <a:pt x="12" y="19"/>
                </a:lnTo>
                <a:lnTo>
                  <a:pt x="3" y="27"/>
                </a:lnTo>
                <a:lnTo>
                  <a:pt x="0" y="39"/>
                </a:lnTo>
                <a:lnTo>
                  <a:pt x="3" y="50"/>
                </a:lnTo>
                <a:lnTo>
                  <a:pt x="6" y="61"/>
                </a:lnTo>
                <a:lnTo>
                  <a:pt x="15" y="70"/>
                </a:lnTo>
                <a:lnTo>
                  <a:pt x="26" y="73"/>
                </a:lnTo>
                <a:lnTo>
                  <a:pt x="37" y="72"/>
                </a:lnTo>
                <a:lnTo>
                  <a:pt x="47" y="67"/>
                </a:lnTo>
                <a:lnTo>
                  <a:pt x="68" y="4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23577840" y="448200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0" y="25"/>
                </a:moveTo>
                <a:lnTo>
                  <a:pt x="33" y="73"/>
                </a:lnTo>
                <a:lnTo>
                  <a:pt x="56" y="55"/>
                </a:lnTo>
                <a:lnTo>
                  <a:pt x="62" y="47"/>
                </a:lnTo>
                <a:lnTo>
                  <a:pt x="67" y="35"/>
                </a:lnTo>
                <a:lnTo>
                  <a:pt x="65" y="23"/>
                </a:lnTo>
                <a:lnTo>
                  <a:pt x="62" y="13"/>
                </a:lnTo>
                <a:lnTo>
                  <a:pt x="53" y="4"/>
                </a:lnTo>
                <a:lnTo>
                  <a:pt x="44" y="0"/>
                </a:lnTo>
                <a:lnTo>
                  <a:pt x="33" y="1"/>
                </a:lnTo>
                <a:lnTo>
                  <a:pt x="22" y="6"/>
                </a:lnTo>
                <a:lnTo>
                  <a:pt x="0" y="2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23640840" y="4470840"/>
            <a:ext cx="20520" cy="136440"/>
          </a:xfrm>
          <a:custGeom>
            <a:avLst/>
            <a:gdLst>
              <a:gd name="textAreaLeft" fmla="*/ 0 w 20520"/>
              <a:gd name="textAreaRight" fmla="*/ 20880 w 20520"/>
              <a:gd name="textAreaTop" fmla="*/ 0 h 136440"/>
              <a:gd name="textAreaBottom" fmla="*/ 136800 h 136440"/>
            </a:gdLst>
            <a:ahLst/>
            <a:rect l="textAreaLeft" t="textAreaTop" r="textAreaRight" b="textAreaBottom"/>
            <a:pathLst>
              <a:path fill="none" w="58" h="380">
                <a:moveTo>
                  <a:pt x="52" y="0"/>
                </a:moveTo>
                <a:cubicBezTo>
                  <a:pt x="-7" y="155"/>
                  <a:pt x="-28" y="239"/>
                  <a:pt x="58" y="38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23681520" y="4490280"/>
            <a:ext cx="23400" cy="25920"/>
          </a:xfrm>
          <a:custGeom>
            <a:avLst/>
            <a:gdLst>
              <a:gd name="textAreaLeft" fmla="*/ 0 w 23400"/>
              <a:gd name="textAreaRight" fmla="*/ 23760 w 2340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6" h="73">
                <a:moveTo>
                  <a:pt x="66" y="48"/>
                </a:moveTo>
                <a:lnTo>
                  <a:pt x="33" y="0"/>
                </a:lnTo>
                <a:lnTo>
                  <a:pt x="9" y="18"/>
                </a:lnTo>
                <a:lnTo>
                  <a:pt x="3" y="28"/>
                </a:lnTo>
                <a:lnTo>
                  <a:pt x="0" y="39"/>
                </a:lnTo>
                <a:lnTo>
                  <a:pt x="1" y="51"/>
                </a:lnTo>
                <a:lnTo>
                  <a:pt x="4" y="62"/>
                </a:lnTo>
                <a:lnTo>
                  <a:pt x="12" y="70"/>
                </a:lnTo>
                <a:lnTo>
                  <a:pt x="24" y="73"/>
                </a:lnTo>
                <a:lnTo>
                  <a:pt x="36" y="73"/>
                </a:lnTo>
                <a:lnTo>
                  <a:pt x="45" y="67"/>
                </a:lnTo>
                <a:lnTo>
                  <a:pt x="66" y="4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24274080" y="450360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67" y="40"/>
                </a:moveTo>
                <a:lnTo>
                  <a:pt x="25" y="0"/>
                </a:lnTo>
                <a:lnTo>
                  <a:pt x="6" y="23"/>
                </a:lnTo>
                <a:lnTo>
                  <a:pt x="0" y="33"/>
                </a:lnTo>
                <a:lnTo>
                  <a:pt x="0" y="45"/>
                </a:lnTo>
                <a:lnTo>
                  <a:pt x="3" y="57"/>
                </a:lnTo>
                <a:lnTo>
                  <a:pt x="9" y="66"/>
                </a:lnTo>
                <a:lnTo>
                  <a:pt x="17" y="72"/>
                </a:lnTo>
                <a:lnTo>
                  <a:pt x="29" y="73"/>
                </a:lnTo>
                <a:lnTo>
                  <a:pt x="40" y="70"/>
                </a:lnTo>
                <a:lnTo>
                  <a:pt x="49" y="63"/>
                </a:lnTo>
                <a:lnTo>
                  <a:pt x="67" y="4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24725880" y="4492080"/>
            <a:ext cx="20880" cy="21960"/>
          </a:xfrm>
          <a:custGeom>
            <a:avLst/>
            <a:gdLst>
              <a:gd name="textAreaLeft" fmla="*/ 0 w 20880"/>
              <a:gd name="textAreaRight" fmla="*/ 21240 w 2088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9" h="62">
                <a:moveTo>
                  <a:pt x="59" y="0"/>
                </a:moveTo>
                <a:lnTo>
                  <a:pt x="0" y="0"/>
                </a:lnTo>
                <a:lnTo>
                  <a:pt x="0" y="30"/>
                </a:lnTo>
                <a:lnTo>
                  <a:pt x="3" y="43"/>
                </a:lnTo>
                <a:lnTo>
                  <a:pt x="9" y="53"/>
                </a:lnTo>
                <a:lnTo>
                  <a:pt x="20" y="59"/>
                </a:lnTo>
                <a:lnTo>
                  <a:pt x="29" y="62"/>
                </a:lnTo>
                <a:lnTo>
                  <a:pt x="42" y="59"/>
                </a:lnTo>
                <a:lnTo>
                  <a:pt x="50" y="53"/>
                </a:lnTo>
                <a:lnTo>
                  <a:pt x="56" y="43"/>
                </a:lnTo>
                <a:lnTo>
                  <a:pt x="59" y="30"/>
                </a:lnTo>
                <a:lnTo>
                  <a:pt x="5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4728040" y="4484160"/>
            <a:ext cx="21960" cy="23400"/>
          </a:xfrm>
          <a:custGeom>
            <a:avLst/>
            <a:gdLst>
              <a:gd name="textAreaLeft" fmla="*/ 0 w 21960"/>
              <a:gd name="textAreaRight" fmla="*/ 22320 w 2196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2" h="66">
                <a:moveTo>
                  <a:pt x="62" y="60"/>
                </a:moveTo>
                <a:lnTo>
                  <a:pt x="48" y="0"/>
                </a:lnTo>
                <a:lnTo>
                  <a:pt x="20" y="6"/>
                </a:lnTo>
                <a:lnTo>
                  <a:pt x="11" y="11"/>
                </a:lnTo>
                <a:lnTo>
                  <a:pt x="3" y="19"/>
                </a:lnTo>
                <a:lnTo>
                  <a:pt x="0" y="30"/>
                </a:lnTo>
                <a:lnTo>
                  <a:pt x="0" y="41"/>
                </a:lnTo>
                <a:lnTo>
                  <a:pt x="3" y="52"/>
                </a:lnTo>
                <a:lnTo>
                  <a:pt x="12" y="62"/>
                </a:lnTo>
                <a:lnTo>
                  <a:pt x="20" y="66"/>
                </a:lnTo>
                <a:lnTo>
                  <a:pt x="32" y="66"/>
                </a:lnTo>
                <a:lnTo>
                  <a:pt x="62" y="6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24745680" y="4464000"/>
            <a:ext cx="147600" cy="30600"/>
          </a:xfrm>
          <a:custGeom>
            <a:avLst/>
            <a:gdLst>
              <a:gd name="textAreaLeft" fmla="*/ 0 w 147600"/>
              <a:gd name="textAreaRight" fmla="*/ 147960 w 147600"/>
              <a:gd name="textAreaTop" fmla="*/ 0 h 30600"/>
              <a:gd name="textAreaBottom" fmla="*/ 30960 h 30600"/>
            </a:gdLst>
            <a:ahLst/>
            <a:rect l="textAreaLeft" t="textAreaTop" r="textAreaRight" b="textAreaBottom"/>
            <a:pathLst>
              <a:path fill="none" w="411" h="86">
                <a:moveTo>
                  <a:pt x="0" y="86"/>
                </a:moveTo>
                <a:cubicBezTo>
                  <a:pt x="150" y="48"/>
                  <a:pt x="290" y="-5"/>
                  <a:pt x="411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23386320" y="4515480"/>
            <a:ext cx="23400" cy="25560"/>
          </a:xfrm>
          <a:custGeom>
            <a:avLst/>
            <a:gdLst>
              <a:gd name="textAreaLeft" fmla="*/ 0 w 23400"/>
              <a:gd name="textAreaRight" fmla="*/ 23760 w 2340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6" h="72">
                <a:moveTo>
                  <a:pt x="66" y="53"/>
                </a:moveTo>
                <a:lnTo>
                  <a:pt x="37" y="0"/>
                </a:lnTo>
                <a:lnTo>
                  <a:pt x="13" y="15"/>
                </a:lnTo>
                <a:lnTo>
                  <a:pt x="4" y="24"/>
                </a:lnTo>
                <a:lnTo>
                  <a:pt x="1" y="35"/>
                </a:lnTo>
                <a:lnTo>
                  <a:pt x="0" y="46"/>
                </a:lnTo>
                <a:lnTo>
                  <a:pt x="4" y="58"/>
                </a:lnTo>
                <a:lnTo>
                  <a:pt x="11" y="67"/>
                </a:lnTo>
                <a:lnTo>
                  <a:pt x="22" y="72"/>
                </a:lnTo>
                <a:lnTo>
                  <a:pt x="34" y="72"/>
                </a:lnTo>
                <a:lnTo>
                  <a:pt x="42" y="68"/>
                </a:lnTo>
                <a:lnTo>
                  <a:pt x="66" y="5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 flipV="1">
            <a:off x="23403240" y="4429080"/>
            <a:ext cx="147960" cy="9684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95" name=""/>
          <p:cNvSpPr/>
          <p:nvPr/>
        </p:nvSpPr>
        <p:spPr>
          <a:xfrm>
            <a:off x="23715720" y="4538160"/>
            <a:ext cx="23400" cy="25560"/>
          </a:xfrm>
          <a:custGeom>
            <a:avLst/>
            <a:gdLst>
              <a:gd name="textAreaLeft" fmla="*/ 0 w 23400"/>
              <a:gd name="textAreaRight" fmla="*/ 23760 w 2340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6" h="72">
                <a:moveTo>
                  <a:pt x="66" y="51"/>
                </a:moveTo>
                <a:lnTo>
                  <a:pt x="37" y="0"/>
                </a:lnTo>
                <a:lnTo>
                  <a:pt x="13" y="15"/>
                </a:lnTo>
                <a:lnTo>
                  <a:pt x="5" y="23"/>
                </a:lnTo>
                <a:lnTo>
                  <a:pt x="0" y="35"/>
                </a:lnTo>
                <a:lnTo>
                  <a:pt x="0" y="46"/>
                </a:lnTo>
                <a:lnTo>
                  <a:pt x="5" y="57"/>
                </a:lnTo>
                <a:lnTo>
                  <a:pt x="11" y="66"/>
                </a:lnTo>
                <a:lnTo>
                  <a:pt x="22" y="71"/>
                </a:lnTo>
                <a:lnTo>
                  <a:pt x="34" y="72"/>
                </a:lnTo>
                <a:lnTo>
                  <a:pt x="42" y="67"/>
                </a:lnTo>
                <a:lnTo>
                  <a:pt x="66" y="5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 flipV="1">
            <a:off x="23489640" y="4562640"/>
            <a:ext cx="132120" cy="14076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297" name=""/>
          <p:cNvSpPr/>
          <p:nvPr/>
        </p:nvSpPr>
        <p:spPr>
          <a:xfrm>
            <a:off x="23613120" y="4545360"/>
            <a:ext cx="24840" cy="26280"/>
          </a:xfrm>
          <a:custGeom>
            <a:avLst/>
            <a:gdLst>
              <a:gd name="textAreaLeft" fmla="*/ 0 w 24840"/>
              <a:gd name="textAreaRight" fmla="*/ 25200 w 2484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70" h="74">
                <a:moveTo>
                  <a:pt x="0" y="31"/>
                </a:moveTo>
                <a:lnTo>
                  <a:pt x="41" y="74"/>
                </a:lnTo>
                <a:lnTo>
                  <a:pt x="61" y="53"/>
                </a:lnTo>
                <a:lnTo>
                  <a:pt x="68" y="43"/>
                </a:lnTo>
                <a:lnTo>
                  <a:pt x="70" y="31"/>
                </a:lnTo>
                <a:lnTo>
                  <a:pt x="68" y="20"/>
                </a:lnTo>
                <a:lnTo>
                  <a:pt x="61" y="9"/>
                </a:lnTo>
                <a:lnTo>
                  <a:pt x="52" y="2"/>
                </a:lnTo>
                <a:lnTo>
                  <a:pt x="41" y="0"/>
                </a:lnTo>
                <a:lnTo>
                  <a:pt x="31" y="2"/>
                </a:lnTo>
                <a:lnTo>
                  <a:pt x="20" y="9"/>
                </a:lnTo>
                <a:lnTo>
                  <a:pt x="0" y="3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3652360" y="4599720"/>
            <a:ext cx="23400" cy="25920"/>
          </a:xfrm>
          <a:custGeom>
            <a:avLst/>
            <a:gdLst>
              <a:gd name="textAreaLeft" fmla="*/ 0 w 23400"/>
              <a:gd name="textAreaRight" fmla="*/ 23760 w 2340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6" h="73">
                <a:moveTo>
                  <a:pt x="44" y="0"/>
                </a:moveTo>
                <a:lnTo>
                  <a:pt x="0" y="34"/>
                </a:lnTo>
                <a:lnTo>
                  <a:pt x="15" y="59"/>
                </a:lnTo>
                <a:lnTo>
                  <a:pt x="23" y="67"/>
                </a:lnTo>
                <a:lnTo>
                  <a:pt x="33" y="72"/>
                </a:lnTo>
                <a:lnTo>
                  <a:pt x="44" y="73"/>
                </a:lnTo>
                <a:lnTo>
                  <a:pt x="54" y="67"/>
                </a:lnTo>
                <a:lnTo>
                  <a:pt x="62" y="59"/>
                </a:lnTo>
                <a:lnTo>
                  <a:pt x="66" y="48"/>
                </a:lnTo>
                <a:lnTo>
                  <a:pt x="66" y="37"/>
                </a:lnTo>
                <a:lnTo>
                  <a:pt x="62" y="26"/>
                </a:lnTo>
                <a:lnTo>
                  <a:pt x="4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3754240" y="4592880"/>
            <a:ext cx="23400" cy="25560"/>
          </a:xfrm>
          <a:custGeom>
            <a:avLst/>
            <a:gdLst>
              <a:gd name="textAreaLeft" fmla="*/ 0 w 23400"/>
              <a:gd name="textAreaRight" fmla="*/ 23760 w 2340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6" h="72">
                <a:moveTo>
                  <a:pt x="66" y="50"/>
                </a:moveTo>
                <a:lnTo>
                  <a:pt x="36" y="0"/>
                </a:lnTo>
                <a:lnTo>
                  <a:pt x="12" y="16"/>
                </a:lnTo>
                <a:lnTo>
                  <a:pt x="4" y="24"/>
                </a:lnTo>
                <a:lnTo>
                  <a:pt x="0" y="35"/>
                </a:lnTo>
                <a:lnTo>
                  <a:pt x="0" y="48"/>
                </a:lnTo>
                <a:lnTo>
                  <a:pt x="4" y="59"/>
                </a:lnTo>
                <a:lnTo>
                  <a:pt x="12" y="67"/>
                </a:lnTo>
                <a:lnTo>
                  <a:pt x="21" y="72"/>
                </a:lnTo>
                <a:lnTo>
                  <a:pt x="33" y="72"/>
                </a:lnTo>
                <a:lnTo>
                  <a:pt x="43" y="68"/>
                </a:lnTo>
                <a:lnTo>
                  <a:pt x="66" y="5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3383440" y="463644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68" y="49"/>
                </a:moveTo>
                <a:lnTo>
                  <a:pt x="36" y="0"/>
                </a:lnTo>
                <a:lnTo>
                  <a:pt x="12" y="19"/>
                </a:lnTo>
                <a:lnTo>
                  <a:pt x="4" y="27"/>
                </a:lnTo>
                <a:lnTo>
                  <a:pt x="0" y="38"/>
                </a:lnTo>
                <a:lnTo>
                  <a:pt x="0" y="51"/>
                </a:lnTo>
                <a:lnTo>
                  <a:pt x="7" y="61"/>
                </a:lnTo>
                <a:lnTo>
                  <a:pt x="15" y="69"/>
                </a:lnTo>
                <a:lnTo>
                  <a:pt x="24" y="73"/>
                </a:lnTo>
                <a:lnTo>
                  <a:pt x="36" y="72"/>
                </a:lnTo>
                <a:lnTo>
                  <a:pt x="45" y="67"/>
                </a:lnTo>
                <a:lnTo>
                  <a:pt x="68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 flipV="1">
            <a:off x="23400000" y="4498200"/>
            <a:ext cx="184680" cy="148320"/>
          </a:xfrm>
          <a:prstGeom prst="line">
            <a:avLst/>
          </a:prstGeom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302" name=""/>
          <p:cNvSpPr/>
          <p:nvPr/>
        </p:nvSpPr>
        <p:spPr>
          <a:xfrm>
            <a:off x="23472720" y="4694040"/>
            <a:ext cx="25200" cy="26280"/>
          </a:xfrm>
          <a:custGeom>
            <a:avLst/>
            <a:gdLst>
              <a:gd name="textAreaLeft" fmla="*/ 0 w 25200"/>
              <a:gd name="textAreaRight" fmla="*/ 25560 w 25200"/>
              <a:gd name="textAreaTop" fmla="*/ 0 h 26280"/>
              <a:gd name="textAreaBottom" fmla="*/ 26640 h 26280"/>
            </a:gdLst>
            <a:ahLst/>
            <a:rect l="textAreaLeft" t="textAreaTop" r="textAreaRight" b="textAreaBottom"/>
            <a:pathLst>
              <a:path w="71" h="74">
                <a:moveTo>
                  <a:pt x="71" y="43"/>
                </a:moveTo>
                <a:lnTo>
                  <a:pt x="29" y="0"/>
                </a:lnTo>
                <a:lnTo>
                  <a:pt x="9" y="21"/>
                </a:lnTo>
                <a:lnTo>
                  <a:pt x="3" y="32"/>
                </a:lnTo>
                <a:lnTo>
                  <a:pt x="0" y="43"/>
                </a:lnTo>
                <a:lnTo>
                  <a:pt x="3" y="54"/>
                </a:lnTo>
                <a:lnTo>
                  <a:pt x="9" y="64"/>
                </a:lnTo>
                <a:lnTo>
                  <a:pt x="18" y="71"/>
                </a:lnTo>
                <a:lnTo>
                  <a:pt x="29" y="74"/>
                </a:lnTo>
                <a:lnTo>
                  <a:pt x="42" y="71"/>
                </a:lnTo>
                <a:lnTo>
                  <a:pt x="51" y="64"/>
                </a:lnTo>
                <a:lnTo>
                  <a:pt x="71" y="4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3661720" y="4650480"/>
            <a:ext cx="1146960" cy="536760"/>
          </a:xfrm>
          <a:custGeom>
            <a:avLst/>
            <a:gdLst>
              <a:gd name="textAreaLeft" fmla="*/ 0 w 1146960"/>
              <a:gd name="textAreaRight" fmla="*/ 1147320 w 1146960"/>
              <a:gd name="textAreaTop" fmla="*/ 0 h 536760"/>
              <a:gd name="textAreaBottom" fmla="*/ 537120 h 536760"/>
            </a:gdLst>
            <a:ahLst/>
            <a:rect l="textAreaLeft" t="textAreaTop" r="textAreaRight" b="textAreaBottom"/>
            <a:pathLst>
              <a:path fill="none" w="3187" h="1492">
                <a:moveTo>
                  <a:pt x="322" y="0"/>
                </a:moveTo>
                <a:cubicBezTo>
                  <a:pt x="-836" y="843"/>
                  <a:pt x="1365" y="2102"/>
                  <a:pt x="3187" y="1154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23772240" y="4633920"/>
            <a:ext cx="23040" cy="25560"/>
          </a:xfrm>
          <a:custGeom>
            <a:avLst/>
            <a:gdLst>
              <a:gd name="textAreaLeft" fmla="*/ 0 w 23040"/>
              <a:gd name="textAreaRight" fmla="*/ 23400 w 2304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5" h="72">
                <a:moveTo>
                  <a:pt x="0" y="21"/>
                </a:moveTo>
                <a:lnTo>
                  <a:pt x="31" y="72"/>
                </a:lnTo>
                <a:lnTo>
                  <a:pt x="56" y="55"/>
                </a:lnTo>
                <a:lnTo>
                  <a:pt x="61" y="47"/>
                </a:lnTo>
                <a:lnTo>
                  <a:pt x="65" y="35"/>
                </a:lnTo>
                <a:lnTo>
                  <a:pt x="65" y="23"/>
                </a:lnTo>
                <a:lnTo>
                  <a:pt x="61" y="13"/>
                </a:lnTo>
                <a:lnTo>
                  <a:pt x="56" y="5"/>
                </a:lnTo>
                <a:lnTo>
                  <a:pt x="43" y="0"/>
                </a:lnTo>
                <a:lnTo>
                  <a:pt x="31" y="0"/>
                </a:lnTo>
                <a:lnTo>
                  <a:pt x="23" y="5"/>
                </a:lnTo>
                <a:lnTo>
                  <a:pt x="0" y="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23786640" y="465228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68" y="52"/>
                </a:moveTo>
                <a:lnTo>
                  <a:pt x="39" y="0"/>
                </a:lnTo>
                <a:lnTo>
                  <a:pt x="15" y="15"/>
                </a:lnTo>
                <a:lnTo>
                  <a:pt x="6" y="22"/>
                </a:lnTo>
                <a:lnTo>
                  <a:pt x="0" y="33"/>
                </a:lnTo>
                <a:lnTo>
                  <a:pt x="0" y="45"/>
                </a:lnTo>
                <a:lnTo>
                  <a:pt x="3" y="56"/>
                </a:lnTo>
                <a:lnTo>
                  <a:pt x="12" y="66"/>
                </a:lnTo>
                <a:lnTo>
                  <a:pt x="20" y="71"/>
                </a:lnTo>
                <a:lnTo>
                  <a:pt x="33" y="72"/>
                </a:lnTo>
                <a:lnTo>
                  <a:pt x="42" y="68"/>
                </a:lnTo>
                <a:lnTo>
                  <a:pt x="68" y="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4066360" y="4448160"/>
            <a:ext cx="228960" cy="244800"/>
          </a:xfrm>
          <a:custGeom>
            <a:avLst/>
            <a:gdLst>
              <a:gd name="textAreaLeft" fmla="*/ 0 w 228960"/>
              <a:gd name="textAreaRight" fmla="*/ 229320 w 228960"/>
              <a:gd name="textAreaTop" fmla="*/ 0 h 244800"/>
              <a:gd name="textAreaBottom" fmla="*/ 245160 h 244800"/>
            </a:gdLst>
            <a:ahLst/>
            <a:rect l="textAreaLeft" t="textAreaTop" r="textAreaRight" b="textAreaBottom"/>
            <a:pathLst>
              <a:path fill="none" w="637" h="681">
                <a:moveTo>
                  <a:pt x="637" y="368"/>
                </a:moveTo>
                <a:cubicBezTo>
                  <a:pt x="622" y="543"/>
                  <a:pt x="494" y="681"/>
                  <a:pt x="318" y="681"/>
                </a:cubicBezTo>
                <a:cubicBezTo>
                  <a:pt x="143" y="681"/>
                  <a:pt x="0" y="529"/>
                  <a:pt x="0" y="342"/>
                </a:cubicBezTo>
                <a:cubicBezTo>
                  <a:pt x="0" y="152"/>
                  <a:pt x="143" y="0"/>
                  <a:pt x="318" y="0"/>
                </a:cubicBezTo>
                <a:cubicBezTo>
                  <a:pt x="494" y="0"/>
                  <a:pt x="623" y="139"/>
                  <a:pt x="637" y="316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4134760" y="4521240"/>
            <a:ext cx="90720" cy="98640"/>
          </a:xfrm>
          <a:custGeom>
            <a:avLst/>
            <a:gdLst>
              <a:gd name="textAreaLeft" fmla="*/ 0 w 90720"/>
              <a:gd name="textAreaRight" fmla="*/ 91080 w 90720"/>
              <a:gd name="textAreaTop" fmla="*/ 0 h 98640"/>
              <a:gd name="textAreaBottom" fmla="*/ 99000 h 98640"/>
            </a:gdLst>
            <a:ahLst/>
            <a:rect l="textAreaLeft" t="textAreaTop" r="textAreaRight" b="textAreaBottom"/>
            <a:pathLst>
              <a:path fill="none" w="253" h="275">
                <a:moveTo>
                  <a:pt x="253" y="163"/>
                </a:moveTo>
                <a:cubicBezTo>
                  <a:pt x="244" y="227"/>
                  <a:pt x="198" y="275"/>
                  <a:pt x="128" y="275"/>
                </a:cubicBezTo>
                <a:cubicBezTo>
                  <a:pt x="57" y="275"/>
                  <a:pt x="0" y="214"/>
                  <a:pt x="0" y="138"/>
                </a:cubicBezTo>
                <a:cubicBezTo>
                  <a:pt x="0" y="61"/>
                  <a:pt x="57" y="0"/>
                  <a:pt x="128" y="0"/>
                </a:cubicBezTo>
                <a:cubicBezTo>
                  <a:pt x="198" y="0"/>
                  <a:pt x="244" y="48"/>
                  <a:pt x="253" y="111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24214680" y="4558680"/>
            <a:ext cx="21960" cy="22680"/>
          </a:xfrm>
          <a:custGeom>
            <a:avLst/>
            <a:gdLst>
              <a:gd name="textAreaLeft" fmla="*/ 0 w 21960"/>
              <a:gd name="textAreaRight" fmla="*/ 22320 w 2196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62" h="64">
                <a:moveTo>
                  <a:pt x="59" y="0"/>
                </a:moveTo>
                <a:lnTo>
                  <a:pt x="0" y="6"/>
                </a:lnTo>
                <a:lnTo>
                  <a:pt x="3" y="38"/>
                </a:lnTo>
                <a:lnTo>
                  <a:pt x="9" y="49"/>
                </a:lnTo>
                <a:lnTo>
                  <a:pt x="15" y="58"/>
                </a:lnTo>
                <a:lnTo>
                  <a:pt x="23" y="63"/>
                </a:lnTo>
                <a:lnTo>
                  <a:pt x="36" y="64"/>
                </a:lnTo>
                <a:lnTo>
                  <a:pt x="48" y="61"/>
                </a:lnTo>
                <a:lnTo>
                  <a:pt x="56" y="53"/>
                </a:lnTo>
                <a:lnTo>
                  <a:pt x="62" y="43"/>
                </a:lnTo>
                <a:lnTo>
                  <a:pt x="62" y="30"/>
                </a:lnTo>
                <a:lnTo>
                  <a:pt x="5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24214680" y="4559760"/>
            <a:ext cx="21960" cy="22680"/>
          </a:xfrm>
          <a:custGeom>
            <a:avLst/>
            <a:gdLst>
              <a:gd name="textAreaLeft" fmla="*/ 0 w 21960"/>
              <a:gd name="textAreaRight" fmla="*/ 22320 w 2196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62" h="64">
                <a:moveTo>
                  <a:pt x="0" y="58"/>
                </a:moveTo>
                <a:lnTo>
                  <a:pt x="59" y="64"/>
                </a:lnTo>
                <a:lnTo>
                  <a:pt x="62" y="35"/>
                </a:lnTo>
                <a:lnTo>
                  <a:pt x="62" y="22"/>
                </a:lnTo>
                <a:lnTo>
                  <a:pt x="56" y="11"/>
                </a:lnTo>
                <a:lnTo>
                  <a:pt x="48" y="4"/>
                </a:lnTo>
                <a:lnTo>
                  <a:pt x="36" y="0"/>
                </a:lnTo>
                <a:lnTo>
                  <a:pt x="23" y="1"/>
                </a:lnTo>
                <a:lnTo>
                  <a:pt x="15" y="6"/>
                </a:lnTo>
                <a:lnTo>
                  <a:pt x="9" y="16"/>
                </a:lnTo>
                <a:lnTo>
                  <a:pt x="3" y="27"/>
                </a:lnTo>
                <a:lnTo>
                  <a:pt x="0" y="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4284520" y="4559400"/>
            <a:ext cx="19800" cy="21960"/>
          </a:xfrm>
          <a:custGeom>
            <a:avLst/>
            <a:gdLst>
              <a:gd name="textAreaLeft" fmla="*/ 0 w 19800"/>
              <a:gd name="textAreaRight" fmla="*/ 20160 w 1980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6" h="62">
                <a:moveTo>
                  <a:pt x="56" y="0"/>
                </a:moveTo>
                <a:lnTo>
                  <a:pt x="0" y="2"/>
                </a:lnTo>
                <a:lnTo>
                  <a:pt x="0" y="34"/>
                </a:lnTo>
                <a:lnTo>
                  <a:pt x="4" y="45"/>
                </a:lnTo>
                <a:lnTo>
                  <a:pt x="10" y="54"/>
                </a:lnTo>
                <a:lnTo>
                  <a:pt x="21" y="60"/>
                </a:lnTo>
                <a:lnTo>
                  <a:pt x="30" y="62"/>
                </a:lnTo>
                <a:lnTo>
                  <a:pt x="41" y="60"/>
                </a:lnTo>
                <a:lnTo>
                  <a:pt x="50" y="53"/>
                </a:lnTo>
                <a:lnTo>
                  <a:pt x="56" y="43"/>
                </a:lnTo>
                <a:lnTo>
                  <a:pt x="56" y="31"/>
                </a:lnTo>
                <a:lnTo>
                  <a:pt x="5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24284520" y="4559760"/>
            <a:ext cx="19800" cy="22320"/>
          </a:xfrm>
          <a:custGeom>
            <a:avLst/>
            <a:gdLst>
              <a:gd name="textAreaLeft" fmla="*/ 0 w 19800"/>
              <a:gd name="textAreaRight" fmla="*/ 20160 w 1980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6" h="63">
                <a:moveTo>
                  <a:pt x="0" y="60"/>
                </a:moveTo>
                <a:lnTo>
                  <a:pt x="56" y="63"/>
                </a:lnTo>
                <a:lnTo>
                  <a:pt x="56" y="33"/>
                </a:lnTo>
                <a:lnTo>
                  <a:pt x="56" y="20"/>
                </a:lnTo>
                <a:lnTo>
                  <a:pt x="50" y="10"/>
                </a:lnTo>
                <a:lnTo>
                  <a:pt x="41" y="3"/>
                </a:lnTo>
                <a:lnTo>
                  <a:pt x="30" y="0"/>
                </a:lnTo>
                <a:lnTo>
                  <a:pt x="21" y="2"/>
                </a:lnTo>
                <a:lnTo>
                  <a:pt x="10" y="8"/>
                </a:lnTo>
                <a:lnTo>
                  <a:pt x="4" y="18"/>
                </a:lnTo>
                <a:lnTo>
                  <a:pt x="0" y="30"/>
                </a:lnTo>
                <a:lnTo>
                  <a:pt x="0" y="6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23723280" y="4715280"/>
            <a:ext cx="156600" cy="297000"/>
          </a:xfrm>
          <a:custGeom>
            <a:avLst/>
            <a:gdLst>
              <a:gd name="textAreaLeft" fmla="*/ 0 w 156600"/>
              <a:gd name="textAreaRight" fmla="*/ 156960 w 156600"/>
              <a:gd name="textAreaTop" fmla="*/ 0 h 297000"/>
              <a:gd name="textAreaBottom" fmla="*/ 297360 h 297000"/>
            </a:gdLst>
            <a:ahLst/>
            <a:rect l="textAreaLeft" t="textAreaTop" r="textAreaRight" b="textAreaBottom"/>
            <a:pathLst>
              <a:path fill="none" w="436" h="826">
                <a:moveTo>
                  <a:pt x="436" y="826"/>
                </a:moveTo>
                <a:cubicBezTo>
                  <a:pt x="84" y="697"/>
                  <a:pt x="-227" y="292"/>
                  <a:pt x="225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23734800" y="4631400"/>
            <a:ext cx="150840" cy="206280"/>
          </a:xfrm>
          <a:custGeom>
            <a:avLst/>
            <a:gdLst>
              <a:gd name="textAreaLeft" fmla="*/ 0 w 150840"/>
              <a:gd name="textAreaRight" fmla="*/ 151200 w 150840"/>
              <a:gd name="textAreaTop" fmla="*/ 0 h 206280"/>
              <a:gd name="textAreaBottom" fmla="*/ 206640 h 206280"/>
            </a:gdLst>
            <a:ahLst/>
            <a:rect l="textAreaLeft" t="textAreaTop" r="textAreaRight" b="textAreaBottom"/>
            <a:pathLst>
              <a:path fill="none" w="420" h="574">
                <a:moveTo>
                  <a:pt x="362" y="0"/>
                </a:moveTo>
                <a:cubicBezTo>
                  <a:pt x="437" y="142"/>
                  <a:pt x="530" y="509"/>
                  <a:pt x="0" y="574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3750280" y="4585320"/>
            <a:ext cx="203400" cy="313920"/>
          </a:xfrm>
          <a:custGeom>
            <a:avLst/>
            <a:gdLst>
              <a:gd name="textAreaLeft" fmla="*/ 0 w 203400"/>
              <a:gd name="textAreaRight" fmla="*/ 203760 w 203400"/>
              <a:gd name="textAreaTop" fmla="*/ 0 h 313920"/>
              <a:gd name="textAreaBottom" fmla="*/ 314280 h 313920"/>
            </a:gdLst>
            <a:ahLst/>
            <a:rect l="textAreaLeft" t="textAreaTop" r="textAreaRight" b="textAreaBottom"/>
            <a:pathLst>
              <a:path fill="none" w="566" h="873">
                <a:moveTo>
                  <a:pt x="484" y="0"/>
                </a:moveTo>
                <a:cubicBezTo>
                  <a:pt x="719" y="431"/>
                  <a:pt x="414" y="861"/>
                  <a:pt x="0" y="873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23809680" y="4538160"/>
            <a:ext cx="208080" cy="427320"/>
          </a:xfrm>
          <a:custGeom>
            <a:avLst/>
            <a:gdLst>
              <a:gd name="textAreaLeft" fmla="*/ 0 w 208080"/>
              <a:gd name="textAreaRight" fmla="*/ 208440 w 208080"/>
              <a:gd name="textAreaTop" fmla="*/ 0 h 427320"/>
              <a:gd name="textAreaBottom" fmla="*/ 427680 h 427320"/>
            </a:gdLst>
            <a:ahLst/>
            <a:rect l="textAreaLeft" t="textAreaTop" r="textAreaRight" b="textAreaBottom"/>
            <a:pathLst>
              <a:path fill="none" w="579" h="1188">
                <a:moveTo>
                  <a:pt x="462" y="0"/>
                </a:moveTo>
                <a:cubicBezTo>
                  <a:pt x="700" y="478"/>
                  <a:pt x="589" y="1001"/>
                  <a:pt x="0" y="1188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23850000" y="461376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20" y="72"/>
                </a:moveTo>
                <a:lnTo>
                  <a:pt x="68" y="39"/>
                </a:lnTo>
                <a:lnTo>
                  <a:pt x="53" y="13"/>
                </a:lnTo>
                <a:lnTo>
                  <a:pt x="44" y="5"/>
                </a:lnTo>
                <a:lnTo>
                  <a:pt x="35" y="0"/>
                </a:lnTo>
                <a:lnTo>
                  <a:pt x="23" y="0"/>
                </a:lnTo>
                <a:lnTo>
                  <a:pt x="14" y="4"/>
                </a:lnTo>
                <a:lnTo>
                  <a:pt x="6" y="12"/>
                </a:lnTo>
                <a:lnTo>
                  <a:pt x="0" y="22"/>
                </a:lnTo>
                <a:lnTo>
                  <a:pt x="0" y="34"/>
                </a:lnTo>
                <a:lnTo>
                  <a:pt x="3" y="45"/>
                </a:lnTo>
                <a:lnTo>
                  <a:pt x="2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23895720" y="4484880"/>
            <a:ext cx="187200" cy="525600"/>
          </a:xfrm>
          <a:custGeom>
            <a:avLst/>
            <a:gdLst>
              <a:gd name="textAreaLeft" fmla="*/ 0 w 187200"/>
              <a:gd name="textAreaRight" fmla="*/ 187560 w 187200"/>
              <a:gd name="textAreaTop" fmla="*/ 0 h 525600"/>
              <a:gd name="textAreaBottom" fmla="*/ 525960 h 525600"/>
            </a:gdLst>
            <a:ahLst/>
            <a:rect l="textAreaLeft" t="textAreaTop" r="textAreaRight" b="textAreaBottom"/>
            <a:pathLst>
              <a:path fill="none" w="521" h="1461">
                <a:moveTo>
                  <a:pt x="0" y="1461"/>
                </a:moveTo>
                <a:cubicBezTo>
                  <a:pt x="734" y="1053"/>
                  <a:pt x="527" y="261"/>
                  <a:pt x="362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24011280" y="446796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22" y="73"/>
                </a:moveTo>
                <a:lnTo>
                  <a:pt x="67" y="39"/>
                </a:lnTo>
                <a:lnTo>
                  <a:pt x="51" y="14"/>
                </a:lnTo>
                <a:lnTo>
                  <a:pt x="43" y="5"/>
                </a:lnTo>
                <a:lnTo>
                  <a:pt x="31" y="0"/>
                </a:lnTo>
                <a:lnTo>
                  <a:pt x="22" y="1"/>
                </a:lnTo>
                <a:lnTo>
                  <a:pt x="11" y="5"/>
                </a:lnTo>
                <a:lnTo>
                  <a:pt x="5" y="16"/>
                </a:lnTo>
                <a:lnTo>
                  <a:pt x="0" y="27"/>
                </a:lnTo>
                <a:lnTo>
                  <a:pt x="0" y="38"/>
                </a:lnTo>
                <a:lnTo>
                  <a:pt x="5" y="49"/>
                </a:lnTo>
                <a:lnTo>
                  <a:pt x="22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3961240" y="4519080"/>
            <a:ext cx="23760" cy="25560"/>
          </a:xfrm>
          <a:custGeom>
            <a:avLst/>
            <a:gdLst>
              <a:gd name="textAreaLeft" fmla="*/ 0 w 23760"/>
              <a:gd name="textAreaRight" fmla="*/ 24120 w 2376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7" h="72">
                <a:moveTo>
                  <a:pt x="18" y="72"/>
                </a:moveTo>
                <a:lnTo>
                  <a:pt x="67" y="43"/>
                </a:lnTo>
                <a:lnTo>
                  <a:pt x="53" y="16"/>
                </a:lnTo>
                <a:lnTo>
                  <a:pt x="47" y="7"/>
                </a:lnTo>
                <a:lnTo>
                  <a:pt x="36" y="1"/>
                </a:lnTo>
                <a:lnTo>
                  <a:pt x="25" y="0"/>
                </a:lnTo>
                <a:lnTo>
                  <a:pt x="15" y="4"/>
                </a:lnTo>
                <a:lnTo>
                  <a:pt x="7" y="11"/>
                </a:lnTo>
                <a:lnTo>
                  <a:pt x="0" y="22"/>
                </a:lnTo>
                <a:lnTo>
                  <a:pt x="0" y="33"/>
                </a:lnTo>
                <a:lnTo>
                  <a:pt x="4" y="45"/>
                </a:lnTo>
                <a:lnTo>
                  <a:pt x="18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3910120" y="4566240"/>
            <a:ext cx="23040" cy="25560"/>
          </a:xfrm>
          <a:custGeom>
            <a:avLst/>
            <a:gdLst>
              <a:gd name="textAreaLeft" fmla="*/ 0 w 23040"/>
              <a:gd name="textAreaRight" fmla="*/ 23400 w 2304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5" h="72">
                <a:moveTo>
                  <a:pt x="18" y="72"/>
                </a:moveTo>
                <a:lnTo>
                  <a:pt x="65" y="41"/>
                </a:lnTo>
                <a:lnTo>
                  <a:pt x="51" y="14"/>
                </a:lnTo>
                <a:lnTo>
                  <a:pt x="44" y="6"/>
                </a:lnTo>
                <a:lnTo>
                  <a:pt x="32" y="1"/>
                </a:lnTo>
                <a:lnTo>
                  <a:pt x="23" y="0"/>
                </a:lnTo>
                <a:lnTo>
                  <a:pt x="12" y="4"/>
                </a:lnTo>
                <a:lnTo>
                  <a:pt x="4" y="12"/>
                </a:lnTo>
                <a:lnTo>
                  <a:pt x="0" y="23"/>
                </a:lnTo>
                <a:lnTo>
                  <a:pt x="0" y="35"/>
                </a:lnTo>
                <a:lnTo>
                  <a:pt x="3" y="46"/>
                </a:lnTo>
                <a:lnTo>
                  <a:pt x="18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3798160" y="4700160"/>
            <a:ext cx="23760" cy="25560"/>
          </a:xfrm>
          <a:custGeom>
            <a:avLst/>
            <a:gdLst>
              <a:gd name="textAreaLeft" fmla="*/ 0 w 23760"/>
              <a:gd name="textAreaRight" fmla="*/ 24120 w 2376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7" h="72">
                <a:moveTo>
                  <a:pt x="0" y="19"/>
                </a:moveTo>
                <a:lnTo>
                  <a:pt x="29" y="72"/>
                </a:lnTo>
                <a:lnTo>
                  <a:pt x="52" y="56"/>
                </a:lnTo>
                <a:lnTo>
                  <a:pt x="62" y="48"/>
                </a:lnTo>
                <a:lnTo>
                  <a:pt x="67" y="37"/>
                </a:lnTo>
                <a:lnTo>
                  <a:pt x="67" y="25"/>
                </a:lnTo>
                <a:lnTo>
                  <a:pt x="64" y="15"/>
                </a:lnTo>
                <a:lnTo>
                  <a:pt x="55" y="6"/>
                </a:lnTo>
                <a:lnTo>
                  <a:pt x="46" y="1"/>
                </a:lnTo>
                <a:lnTo>
                  <a:pt x="35" y="0"/>
                </a:lnTo>
                <a:lnTo>
                  <a:pt x="25" y="4"/>
                </a:lnTo>
                <a:lnTo>
                  <a:pt x="0" y="1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3807520" y="4801680"/>
            <a:ext cx="20880" cy="23040"/>
          </a:xfrm>
          <a:custGeom>
            <a:avLst/>
            <a:gdLst>
              <a:gd name="textAreaLeft" fmla="*/ 0 w 20880"/>
              <a:gd name="textAreaRight" fmla="*/ 21240 w 20880"/>
              <a:gd name="textAreaTop" fmla="*/ 0 h 23040"/>
              <a:gd name="textAreaBottom" fmla="*/ 23400 h 23040"/>
            </a:gdLst>
            <a:ahLst/>
            <a:rect l="textAreaLeft" t="textAreaTop" r="textAreaRight" b="textAreaBottom"/>
            <a:pathLst>
              <a:path w="59" h="65">
                <a:moveTo>
                  <a:pt x="59" y="7"/>
                </a:moveTo>
                <a:lnTo>
                  <a:pt x="3" y="0"/>
                </a:lnTo>
                <a:lnTo>
                  <a:pt x="0" y="30"/>
                </a:lnTo>
                <a:lnTo>
                  <a:pt x="2" y="41"/>
                </a:lnTo>
                <a:lnTo>
                  <a:pt x="6" y="53"/>
                </a:lnTo>
                <a:lnTo>
                  <a:pt x="14" y="61"/>
                </a:lnTo>
                <a:lnTo>
                  <a:pt x="27" y="65"/>
                </a:lnTo>
                <a:lnTo>
                  <a:pt x="36" y="64"/>
                </a:lnTo>
                <a:lnTo>
                  <a:pt x="45" y="58"/>
                </a:lnTo>
                <a:lnTo>
                  <a:pt x="53" y="48"/>
                </a:lnTo>
                <a:lnTo>
                  <a:pt x="56" y="37"/>
                </a:lnTo>
                <a:lnTo>
                  <a:pt x="59" y="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3716080" y="4826520"/>
            <a:ext cx="20880" cy="22680"/>
          </a:xfrm>
          <a:custGeom>
            <a:avLst/>
            <a:gdLst>
              <a:gd name="textAreaLeft" fmla="*/ 0 w 20880"/>
              <a:gd name="textAreaRight" fmla="*/ 21240 w 20880"/>
              <a:gd name="textAreaTop" fmla="*/ 0 h 22680"/>
              <a:gd name="textAreaBottom" fmla="*/ 23040 h 22680"/>
            </a:gdLst>
            <a:ahLst/>
            <a:rect l="textAreaLeft" t="textAreaTop" r="textAreaRight" b="textAreaBottom"/>
            <a:pathLst>
              <a:path w="59" h="64">
                <a:moveTo>
                  <a:pt x="59" y="61"/>
                </a:moveTo>
                <a:lnTo>
                  <a:pt x="53" y="0"/>
                </a:lnTo>
                <a:lnTo>
                  <a:pt x="25" y="3"/>
                </a:lnTo>
                <a:lnTo>
                  <a:pt x="14" y="6"/>
                </a:lnTo>
                <a:lnTo>
                  <a:pt x="6" y="14"/>
                </a:lnTo>
                <a:lnTo>
                  <a:pt x="0" y="24"/>
                </a:lnTo>
                <a:lnTo>
                  <a:pt x="0" y="35"/>
                </a:lnTo>
                <a:lnTo>
                  <a:pt x="3" y="48"/>
                </a:lnTo>
                <a:lnTo>
                  <a:pt x="9" y="57"/>
                </a:lnTo>
                <a:lnTo>
                  <a:pt x="17" y="63"/>
                </a:lnTo>
                <a:lnTo>
                  <a:pt x="29" y="64"/>
                </a:lnTo>
                <a:lnTo>
                  <a:pt x="59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23732640" y="4888080"/>
            <a:ext cx="20880" cy="21960"/>
          </a:xfrm>
          <a:custGeom>
            <a:avLst/>
            <a:gdLst>
              <a:gd name="textAreaLeft" fmla="*/ 0 w 20880"/>
              <a:gd name="textAreaRight" fmla="*/ 21240 w 20880"/>
              <a:gd name="textAreaTop" fmla="*/ 0 h 21960"/>
              <a:gd name="textAreaBottom" fmla="*/ 22320 h 21960"/>
            </a:gdLst>
            <a:ahLst/>
            <a:rect l="textAreaLeft" t="textAreaTop" r="textAreaRight" b="textAreaBottom"/>
            <a:pathLst>
              <a:path w="59" h="62">
                <a:moveTo>
                  <a:pt x="59" y="61"/>
                </a:moveTo>
                <a:lnTo>
                  <a:pt x="56" y="0"/>
                </a:lnTo>
                <a:lnTo>
                  <a:pt x="29" y="0"/>
                </a:lnTo>
                <a:lnTo>
                  <a:pt x="17" y="3"/>
                </a:lnTo>
                <a:lnTo>
                  <a:pt x="9" y="9"/>
                </a:lnTo>
                <a:lnTo>
                  <a:pt x="3" y="21"/>
                </a:lnTo>
                <a:lnTo>
                  <a:pt x="0" y="32"/>
                </a:lnTo>
                <a:lnTo>
                  <a:pt x="3" y="44"/>
                </a:lnTo>
                <a:lnTo>
                  <a:pt x="9" y="53"/>
                </a:lnTo>
                <a:lnTo>
                  <a:pt x="17" y="59"/>
                </a:lnTo>
                <a:lnTo>
                  <a:pt x="29" y="62"/>
                </a:lnTo>
                <a:lnTo>
                  <a:pt x="59" y="6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5464960" y="3139200"/>
            <a:ext cx="3504600" cy="1787760"/>
          </a:xfrm>
          <a:custGeom>
            <a:avLst/>
            <a:gdLst>
              <a:gd name="textAreaLeft" fmla="*/ 0 w 3504600"/>
              <a:gd name="textAreaRight" fmla="*/ 3504960 w 3504600"/>
              <a:gd name="textAreaTop" fmla="*/ 0 h 1787760"/>
              <a:gd name="textAreaBottom" fmla="*/ 1788120 h 1787760"/>
            </a:gdLst>
            <a:ahLst/>
            <a:rect l="textAreaLeft" t="textAreaTop" r="textAreaRight" b="textAreaBottom"/>
            <a:pathLst>
              <a:path w="9736" h="4967">
                <a:moveTo>
                  <a:pt x="0" y="26"/>
                </a:moveTo>
                <a:lnTo>
                  <a:pt x="0" y="136"/>
                </a:lnTo>
                <a:lnTo>
                  <a:pt x="328" y="136"/>
                </a:lnTo>
                <a:lnTo>
                  <a:pt x="328" y="1168"/>
                </a:lnTo>
                <a:lnTo>
                  <a:pt x="430" y="1168"/>
                </a:lnTo>
                <a:lnTo>
                  <a:pt x="430" y="136"/>
                </a:lnTo>
                <a:lnTo>
                  <a:pt x="759" y="136"/>
                </a:lnTo>
                <a:lnTo>
                  <a:pt x="759" y="26"/>
                </a:lnTo>
                <a:lnTo>
                  <a:pt x="0" y="26"/>
                </a:lnTo>
                <a:moveTo>
                  <a:pt x="984" y="26"/>
                </a:moveTo>
                <a:lnTo>
                  <a:pt x="984" y="1168"/>
                </a:lnTo>
                <a:lnTo>
                  <a:pt x="1558" y="1168"/>
                </a:lnTo>
                <a:lnTo>
                  <a:pt x="1558" y="1058"/>
                </a:lnTo>
                <a:lnTo>
                  <a:pt x="1105" y="1058"/>
                </a:lnTo>
                <a:lnTo>
                  <a:pt x="1105" y="619"/>
                </a:lnTo>
                <a:lnTo>
                  <a:pt x="1517" y="619"/>
                </a:lnTo>
                <a:lnTo>
                  <a:pt x="1517" y="531"/>
                </a:lnTo>
                <a:lnTo>
                  <a:pt x="1105" y="531"/>
                </a:lnTo>
                <a:lnTo>
                  <a:pt x="1105" y="136"/>
                </a:lnTo>
                <a:lnTo>
                  <a:pt x="1558" y="136"/>
                </a:lnTo>
                <a:lnTo>
                  <a:pt x="1558" y="26"/>
                </a:lnTo>
                <a:lnTo>
                  <a:pt x="984" y="26"/>
                </a:lnTo>
                <a:moveTo>
                  <a:pt x="2351" y="97"/>
                </a:moveTo>
                <a:cubicBezTo>
                  <a:pt x="2454" y="97"/>
                  <a:pt x="2543" y="119"/>
                  <a:pt x="2624" y="180"/>
                </a:cubicBezTo>
                <a:lnTo>
                  <a:pt x="2665" y="92"/>
                </a:lnTo>
                <a:lnTo>
                  <a:pt x="2671" y="87"/>
                </a:lnTo>
                <a:cubicBezTo>
                  <a:pt x="2572" y="31"/>
                  <a:pt x="2474" y="0"/>
                  <a:pt x="2359" y="4"/>
                </a:cubicBezTo>
                <a:lnTo>
                  <a:pt x="2351" y="0"/>
                </a:lnTo>
                <a:cubicBezTo>
                  <a:pt x="2035" y="0"/>
                  <a:pt x="1789" y="243"/>
                  <a:pt x="1783" y="597"/>
                </a:cubicBezTo>
                <a:lnTo>
                  <a:pt x="1789" y="591"/>
                </a:lnTo>
                <a:cubicBezTo>
                  <a:pt x="1789" y="961"/>
                  <a:pt x="2035" y="1181"/>
                  <a:pt x="2359" y="1190"/>
                </a:cubicBezTo>
                <a:lnTo>
                  <a:pt x="2351" y="1181"/>
                </a:lnTo>
                <a:cubicBezTo>
                  <a:pt x="2460" y="1181"/>
                  <a:pt x="2573" y="1136"/>
                  <a:pt x="2665" y="1080"/>
                </a:cubicBezTo>
                <a:lnTo>
                  <a:pt x="2624" y="992"/>
                </a:lnTo>
                <a:lnTo>
                  <a:pt x="2624" y="998"/>
                </a:lnTo>
                <a:cubicBezTo>
                  <a:pt x="2541" y="1048"/>
                  <a:pt x="2445" y="1084"/>
                  <a:pt x="2359" y="1080"/>
                </a:cubicBezTo>
                <a:lnTo>
                  <a:pt x="2351" y="1084"/>
                </a:lnTo>
                <a:cubicBezTo>
                  <a:pt x="2092" y="1084"/>
                  <a:pt x="1910" y="864"/>
                  <a:pt x="1905" y="597"/>
                </a:cubicBezTo>
                <a:lnTo>
                  <a:pt x="1910" y="591"/>
                </a:lnTo>
                <a:cubicBezTo>
                  <a:pt x="1910" y="317"/>
                  <a:pt x="2092" y="97"/>
                  <a:pt x="2359" y="92"/>
                </a:cubicBezTo>
                <a:lnTo>
                  <a:pt x="2351" y="97"/>
                </a:lnTo>
                <a:moveTo>
                  <a:pt x="2931" y="26"/>
                </a:moveTo>
                <a:lnTo>
                  <a:pt x="2931" y="1168"/>
                </a:lnTo>
                <a:lnTo>
                  <a:pt x="3054" y="1168"/>
                </a:lnTo>
                <a:lnTo>
                  <a:pt x="3054" y="619"/>
                </a:lnTo>
                <a:lnTo>
                  <a:pt x="3649" y="619"/>
                </a:lnTo>
                <a:lnTo>
                  <a:pt x="3649" y="1168"/>
                </a:lnTo>
                <a:lnTo>
                  <a:pt x="3753" y="1168"/>
                </a:lnTo>
                <a:lnTo>
                  <a:pt x="3753" y="26"/>
                </a:lnTo>
                <a:lnTo>
                  <a:pt x="3649" y="26"/>
                </a:lnTo>
                <a:lnTo>
                  <a:pt x="3649" y="509"/>
                </a:lnTo>
                <a:lnTo>
                  <a:pt x="3054" y="509"/>
                </a:lnTo>
                <a:lnTo>
                  <a:pt x="3054" y="26"/>
                </a:lnTo>
                <a:lnTo>
                  <a:pt x="2931" y="26"/>
                </a:lnTo>
                <a:moveTo>
                  <a:pt x="4264" y="4"/>
                </a:moveTo>
                <a:lnTo>
                  <a:pt x="4140" y="26"/>
                </a:lnTo>
                <a:lnTo>
                  <a:pt x="4140" y="1168"/>
                </a:lnTo>
                <a:lnTo>
                  <a:pt x="4244" y="1168"/>
                </a:lnTo>
                <a:lnTo>
                  <a:pt x="4244" y="180"/>
                </a:lnTo>
                <a:lnTo>
                  <a:pt x="4879" y="1190"/>
                </a:lnTo>
                <a:lnTo>
                  <a:pt x="5003" y="1146"/>
                </a:lnTo>
                <a:lnTo>
                  <a:pt x="5003" y="26"/>
                </a:lnTo>
                <a:lnTo>
                  <a:pt x="4899" y="26"/>
                </a:lnTo>
                <a:lnTo>
                  <a:pt x="4879" y="992"/>
                </a:lnTo>
                <a:lnTo>
                  <a:pt x="4264" y="4"/>
                </a:lnTo>
                <a:moveTo>
                  <a:pt x="5433" y="1168"/>
                </a:moveTo>
                <a:lnTo>
                  <a:pt x="5557" y="1168"/>
                </a:lnTo>
                <a:lnTo>
                  <a:pt x="5557" y="26"/>
                </a:lnTo>
                <a:lnTo>
                  <a:pt x="5433" y="26"/>
                </a:lnTo>
                <a:lnTo>
                  <a:pt x="5433" y="1168"/>
                </a:lnTo>
                <a:moveTo>
                  <a:pt x="6157" y="1095"/>
                </a:moveTo>
                <a:cubicBezTo>
                  <a:pt x="6074" y="1095"/>
                  <a:pt x="5990" y="1056"/>
                  <a:pt x="5924" y="1014"/>
                </a:cubicBezTo>
                <a:lnTo>
                  <a:pt x="5883" y="1102"/>
                </a:lnTo>
                <a:lnTo>
                  <a:pt x="5883" y="1097"/>
                </a:lnTo>
                <a:cubicBezTo>
                  <a:pt x="5970" y="1152"/>
                  <a:pt x="6054" y="1181"/>
                  <a:pt x="6169" y="1190"/>
                </a:cubicBezTo>
                <a:lnTo>
                  <a:pt x="6166" y="1181"/>
                </a:lnTo>
                <a:cubicBezTo>
                  <a:pt x="6397" y="1181"/>
                  <a:pt x="6504" y="1026"/>
                  <a:pt x="6498" y="860"/>
                </a:cubicBezTo>
                <a:lnTo>
                  <a:pt x="6504" y="860"/>
                </a:lnTo>
                <a:cubicBezTo>
                  <a:pt x="6504" y="687"/>
                  <a:pt x="6388" y="613"/>
                  <a:pt x="6273" y="553"/>
                </a:cubicBezTo>
                <a:lnTo>
                  <a:pt x="6169" y="509"/>
                </a:lnTo>
                <a:lnTo>
                  <a:pt x="6177" y="505"/>
                </a:lnTo>
                <a:cubicBezTo>
                  <a:pt x="6100" y="463"/>
                  <a:pt x="6019" y="409"/>
                  <a:pt x="6027" y="312"/>
                </a:cubicBezTo>
                <a:lnTo>
                  <a:pt x="6019" y="301"/>
                </a:lnTo>
                <a:cubicBezTo>
                  <a:pt x="6019" y="154"/>
                  <a:pt x="6131" y="87"/>
                  <a:pt x="6232" y="92"/>
                </a:cubicBezTo>
                <a:lnTo>
                  <a:pt x="6229" y="87"/>
                </a:lnTo>
                <a:cubicBezTo>
                  <a:pt x="6328" y="87"/>
                  <a:pt x="6394" y="124"/>
                  <a:pt x="6457" y="158"/>
                </a:cubicBezTo>
                <a:lnTo>
                  <a:pt x="6498" y="92"/>
                </a:lnTo>
                <a:lnTo>
                  <a:pt x="6495" y="83"/>
                </a:lnTo>
                <a:cubicBezTo>
                  <a:pt x="6414" y="32"/>
                  <a:pt x="6322" y="1"/>
                  <a:pt x="6232" y="4"/>
                </a:cubicBezTo>
                <a:lnTo>
                  <a:pt x="6224" y="1"/>
                </a:lnTo>
                <a:cubicBezTo>
                  <a:pt x="6034" y="1"/>
                  <a:pt x="5906" y="122"/>
                  <a:pt x="5903" y="290"/>
                </a:cubicBezTo>
                <a:lnTo>
                  <a:pt x="5906" y="293"/>
                </a:lnTo>
                <a:cubicBezTo>
                  <a:pt x="5906" y="531"/>
                  <a:pt x="6068" y="574"/>
                  <a:pt x="6232" y="663"/>
                </a:cubicBezTo>
                <a:lnTo>
                  <a:pt x="6227" y="655"/>
                </a:lnTo>
                <a:cubicBezTo>
                  <a:pt x="6311" y="700"/>
                  <a:pt x="6382" y="756"/>
                  <a:pt x="6374" y="882"/>
                </a:cubicBezTo>
                <a:lnTo>
                  <a:pt x="6382" y="872"/>
                </a:lnTo>
                <a:cubicBezTo>
                  <a:pt x="6382" y="1009"/>
                  <a:pt x="6288" y="1095"/>
                  <a:pt x="6149" y="1102"/>
                </a:cubicBezTo>
                <a:lnTo>
                  <a:pt x="6157" y="1095"/>
                </a:lnTo>
                <a:moveTo>
                  <a:pt x="7326" y="97"/>
                </a:moveTo>
                <a:cubicBezTo>
                  <a:pt x="7427" y="97"/>
                  <a:pt x="7517" y="119"/>
                  <a:pt x="7604" y="180"/>
                </a:cubicBezTo>
                <a:lnTo>
                  <a:pt x="7647" y="92"/>
                </a:lnTo>
                <a:lnTo>
                  <a:pt x="7647" y="87"/>
                </a:lnTo>
                <a:cubicBezTo>
                  <a:pt x="7546" y="31"/>
                  <a:pt x="7447" y="0"/>
                  <a:pt x="7318" y="4"/>
                </a:cubicBezTo>
                <a:lnTo>
                  <a:pt x="7326" y="0"/>
                </a:lnTo>
                <a:cubicBezTo>
                  <a:pt x="7012" y="0"/>
                  <a:pt x="6763" y="243"/>
                  <a:pt x="6764" y="597"/>
                </a:cubicBezTo>
                <a:lnTo>
                  <a:pt x="6763" y="591"/>
                </a:lnTo>
                <a:cubicBezTo>
                  <a:pt x="6763" y="961"/>
                  <a:pt x="7012" y="1181"/>
                  <a:pt x="7318" y="1190"/>
                </a:cubicBezTo>
                <a:lnTo>
                  <a:pt x="7326" y="1181"/>
                </a:lnTo>
                <a:cubicBezTo>
                  <a:pt x="7433" y="1181"/>
                  <a:pt x="7546" y="1136"/>
                  <a:pt x="7647" y="1080"/>
                </a:cubicBezTo>
                <a:lnTo>
                  <a:pt x="7604" y="992"/>
                </a:lnTo>
                <a:lnTo>
                  <a:pt x="7598" y="998"/>
                </a:lnTo>
                <a:cubicBezTo>
                  <a:pt x="7517" y="1048"/>
                  <a:pt x="7419" y="1084"/>
                  <a:pt x="7318" y="1080"/>
                </a:cubicBezTo>
                <a:lnTo>
                  <a:pt x="7326" y="1084"/>
                </a:lnTo>
                <a:cubicBezTo>
                  <a:pt x="7066" y="1084"/>
                  <a:pt x="6885" y="864"/>
                  <a:pt x="6887" y="597"/>
                </a:cubicBezTo>
                <a:lnTo>
                  <a:pt x="6885" y="591"/>
                </a:lnTo>
                <a:cubicBezTo>
                  <a:pt x="6885" y="317"/>
                  <a:pt x="7066" y="97"/>
                  <a:pt x="7318" y="92"/>
                </a:cubicBezTo>
                <a:lnTo>
                  <a:pt x="7326" y="97"/>
                </a:lnTo>
                <a:moveTo>
                  <a:pt x="7953" y="26"/>
                </a:moveTo>
                <a:lnTo>
                  <a:pt x="7953" y="1168"/>
                </a:lnTo>
                <a:lnTo>
                  <a:pt x="8077" y="1168"/>
                </a:lnTo>
                <a:lnTo>
                  <a:pt x="8077" y="619"/>
                </a:lnTo>
                <a:lnTo>
                  <a:pt x="8649" y="619"/>
                </a:lnTo>
                <a:lnTo>
                  <a:pt x="8649" y="1168"/>
                </a:lnTo>
                <a:lnTo>
                  <a:pt x="8772" y="1168"/>
                </a:lnTo>
                <a:lnTo>
                  <a:pt x="8772" y="26"/>
                </a:lnTo>
                <a:lnTo>
                  <a:pt x="8649" y="26"/>
                </a:lnTo>
                <a:lnTo>
                  <a:pt x="8649" y="509"/>
                </a:lnTo>
                <a:lnTo>
                  <a:pt x="8077" y="509"/>
                </a:lnTo>
                <a:lnTo>
                  <a:pt x="8077" y="26"/>
                </a:lnTo>
                <a:lnTo>
                  <a:pt x="7953" y="26"/>
                </a:lnTo>
                <a:moveTo>
                  <a:pt x="9142" y="26"/>
                </a:moveTo>
                <a:lnTo>
                  <a:pt x="9142" y="1168"/>
                </a:lnTo>
                <a:lnTo>
                  <a:pt x="9716" y="1168"/>
                </a:lnTo>
                <a:lnTo>
                  <a:pt x="9716" y="1058"/>
                </a:lnTo>
                <a:lnTo>
                  <a:pt x="9266" y="1058"/>
                </a:lnTo>
                <a:lnTo>
                  <a:pt x="9266" y="619"/>
                </a:lnTo>
                <a:lnTo>
                  <a:pt x="9676" y="619"/>
                </a:lnTo>
                <a:lnTo>
                  <a:pt x="9676" y="531"/>
                </a:lnTo>
                <a:lnTo>
                  <a:pt x="9266" y="531"/>
                </a:lnTo>
                <a:lnTo>
                  <a:pt x="9266" y="136"/>
                </a:lnTo>
                <a:lnTo>
                  <a:pt x="9716" y="136"/>
                </a:lnTo>
                <a:lnTo>
                  <a:pt x="9716" y="26"/>
                </a:lnTo>
                <a:lnTo>
                  <a:pt x="9142" y="26"/>
                </a:lnTo>
                <a:moveTo>
                  <a:pt x="964" y="2660"/>
                </a:moveTo>
                <a:lnTo>
                  <a:pt x="964" y="1914"/>
                </a:lnTo>
                <a:lnTo>
                  <a:pt x="840" y="1914"/>
                </a:lnTo>
                <a:lnTo>
                  <a:pt x="840" y="2638"/>
                </a:lnTo>
                <a:lnTo>
                  <a:pt x="836" y="2638"/>
                </a:lnTo>
                <a:cubicBezTo>
                  <a:pt x="836" y="2894"/>
                  <a:pt x="721" y="2974"/>
                  <a:pt x="533" y="2968"/>
                </a:cubicBezTo>
                <a:lnTo>
                  <a:pt x="536" y="2974"/>
                </a:lnTo>
                <a:cubicBezTo>
                  <a:pt x="334" y="2974"/>
                  <a:pt x="251" y="2857"/>
                  <a:pt x="245" y="2638"/>
                </a:cubicBezTo>
                <a:lnTo>
                  <a:pt x="245" y="1914"/>
                </a:lnTo>
                <a:lnTo>
                  <a:pt x="123" y="1914"/>
                </a:lnTo>
                <a:lnTo>
                  <a:pt x="123" y="2660"/>
                </a:lnTo>
                <a:lnTo>
                  <a:pt x="132" y="2668"/>
                </a:lnTo>
                <a:cubicBezTo>
                  <a:pt x="132" y="2928"/>
                  <a:pt x="274" y="3069"/>
                  <a:pt x="533" y="3077"/>
                </a:cubicBezTo>
                <a:lnTo>
                  <a:pt x="536" y="3069"/>
                </a:lnTo>
                <a:cubicBezTo>
                  <a:pt x="736" y="3069"/>
                  <a:pt x="955" y="3000"/>
                  <a:pt x="964" y="2660"/>
                </a:cubicBezTo>
                <a:moveTo>
                  <a:pt x="1414" y="1892"/>
                </a:moveTo>
                <a:lnTo>
                  <a:pt x="1292" y="1914"/>
                </a:lnTo>
                <a:lnTo>
                  <a:pt x="1292" y="3055"/>
                </a:lnTo>
                <a:lnTo>
                  <a:pt x="1414" y="3055"/>
                </a:lnTo>
                <a:lnTo>
                  <a:pt x="1414" y="2068"/>
                </a:lnTo>
                <a:lnTo>
                  <a:pt x="2029" y="3077"/>
                </a:lnTo>
                <a:lnTo>
                  <a:pt x="2152" y="3033"/>
                </a:lnTo>
                <a:lnTo>
                  <a:pt x="2152" y="1914"/>
                </a:lnTo>
                <a:lnTo>
                  <a:pt x="2049" y="1914"/>
                </a:lnTo>
                <a:lnTo>
                  <a:pt x="2049" y="2880"/>
                </a:lnTo>
                <a:lnTo>
                  <a:pt x="1414" y="1892"/>
                </a:lnTo>
                <a:moveTo>
                  <a:pt x="2521" y="3055"/>
                </a:moveTo>
                <a:lnTo>
                  <a:pt x="2645" y="3055"/>
                </a:lnTo>
                <a:lnTo>
                  <a:pt x="2645" y="1914"/>
                </a:lnTo>
                <a:lnTo>
                  <a:pt x="2521" y="1914"/>
                </a:lnTo>
                <a:lnTo>
                  <a:pt x="2521" y="3055"/>
                </a:lnTo>
                <a:moveTo>
                  <a:pt x="2994" y="1892"/>
                </a:moveTo>
                <a:lnTo>
                  <a:pt x="2870" y="1936"/>
                </a:lnTo>
                <a:lnTo>
                  <a:pt x="3280" y="3055"/>
                </a:lnTo>
                <a:lnTo>
                  <a:pt x="3404" y="3055"/>
                </a:lnTo>
                <a:lnTo>
                  <a:pt x="3813" y="1936"/>
                </a:lnTo>
                <a:lnTo>
                  <a:pt x="3690" y="1892"/>
                </a:lnTo>
                <a:lnTo>
                  <a:pt x="3341" y="2924"/>
                </a:lnTo>
                <a:lnTo>
                  <a:pt x="2994" y="1892"/>
                </a:lnTo>
                <a:moveTo>
                  <a:pt x="4039" y="1914"/>
                </a:moveTo>
                <a:lnTo>
                  <a:pt x="4039" y="3055"/>
                </a:lnTo>
                <a:lnTo>
                  <a:pt x="4613" y="3055"/>
                </a:lnTo>
                <a:lnTo>
                  <a:pt x="4613" y="2946"/>
                </a:lnTo>
                <a:lnTo>
                  <a:pt x="4163" y="2946"/>
                </a:lnTo>
                <a:lnTo>
                  <a:pt x="4163" y="2507"/>
                </a:lnTo>
                <a:lnTo>
                  <a:pt x="4573" y="2507"/>
                </a:lnTo>
                <a:lnTo>
                  <a:pt x="4573" y="2397"/>
                </a:lnTo>
                <a:lnTo>
                  <a:pt x="4163" y="2397"/>
                </a:lnTo>
                <a:lnTo>
                  <a:pt x="4163" y="2024"/>
                </a:lnTo>
                <a:lnTo>
                  <a:pt x="4613" y="2024"/>
                </a:lnTo>
                <a:lnTo>
                  <a:pt x="4613" y="1914"/>
                </a:lnTo>
                <a:lnTo>
                  <a:pt x="4039" y="1914"/>
                </a:lnTo>
                <a:moveTo>
                  <a:pt x="5165" y="2463"/>
                </a:moveTo>
                <a:lnTo>
                  <a:pt x="5023" y="2463"/>
                </a:lnTo>
                <a:lnTo>
                  <a:pt x="5023" y="2002"/>
                </a:lnTo>
                <a:lnTo>
                  <a:pt x="5187" y="2002"/>
                </a:lnTo>
                <a:lnTo>
                  <a:pt x="5188" y="2008"/>
                </a:lnTo>
                <a:cubicBezTo>
                  <a:pt x="5372" y="2008"/>
                  <a:pt x="5427" y="2104"/>
                  <a:pt x="5433" y="2243"/>
                </a:cubicBezTo>
                <a:lnTo>
                  <a:pt x="5427" y="2236"/>
                </a:lnTo>
                <a:cubicBezTo>
                  <a:pt x="5427" y="2417"/>
                  <a:pt x="5294" y="2466"/>
                  <a:pt x="5165" y="2463"/>
                </a:cubicBezTo>
                <a:moveTo>
                  <a:pt x="5228" y="1914"/>
                </a:moveTo>
                <a:lnTo>
                  <a:pt x="4899" y="1914"/>
                </a:lnTo>
                <a:lnTo>
                  <a:pt x="4899" y="3055"/>
                </a:lnTo>
                <a:lnTo>
                  <a:pt x="5023" y="3055"/>
                </a:lnTo>
                <a:lnTo>
                  <a:pt x="5023" y="2550"/>
                </a:lnTo>
                <a:lnTo>
                  <a:pt x="5124" y="2550"/>
                </a:lnTo>
                <a:lnTo>
                  <a:pt x="5115" y="2560"/>
                </a:lnTo>
                <a:cubicBezTo>
                  <a:pt x="5193" y="2560"/>
                  <a:pt x="5234" y="2591"/>
                  <a:pt x="5288" y="2660"/>
                </a:cubicBezTo>
                <a:lnTo>
                  <a:pt x="5329" y="2704"/>
                </a:lnTo>
                <a:lnTo>
                  <a:pt x="5575" y="3077"/>
                </a:lnTo>
                <a:lnTo>
                  <a:pt x="5678" y="3011"/>
                </a:lnTo>
                <a:lnTo>
                  <a:pt x="5473" y="2704"/>
                </a:lnTo>
                <a:lnTo>
                  <a:pt x="5470" y="2713"/>
                </a:lnTo>
                <a:cubicBezTo>
                  <a:pt x="5427" y="2658"/>
                  <a:pt x="5372" y="2552"/>
                  <a:pt x="5309" y="2528"/>
                </a:cubicBezTo>
                <a:lnTo>
                  <a:pt x="5309" y="2507"/>
                </a:lnTo>
                <a:lnTo>
                  <a:pt x="5306" y="2511"/>
                </a:lnTo>
                <a:cubicBezTo>
                  <a:pt x="5450" y="2490"/>
                  <a:pt x="5537" y="2399"/>
                  <a:pt x="5534" y="2221"/>
                </a:cubicBezTo>
                <a:lnTo>
                  <a:pt x="5537" y="2215"/>
                </a:lnTo>
                <a:cubicBezTo>
                  <a:pt x="5537" y="2029"/>
                  <a:pt x="5419" y="1911"/>
                  <a:pt x="5228" y="1914"/>
                </a:cubicBezTo>
                <a:moveTo>
                  <a:pt x="6105" y="2988"/>
                </a:moveTo>
                <a:cubicBezTo>
                  <a:pt x="6022" y="2988"/>
                  <a:pt x="5938" y="2949"/>
                  <a:pt x="5883" y="2902"/>
                </a:cubicBezTo>
                <a:lnTo>
                  <a:pt x="5822" y="2989"/>
                </a:lnTo>
                <a:lnTo>
                  <a:pt x="5831" y="2990"/>
                </a:lnTo>
                <a:cubicBezTo>
                  <a:pt x="5918" y="3046"/>
                  <a:pt x="6001" y="3074"/>
                  <a:pt x="6108" y="3077"/>
                </a:cubicBezTo>
                <a:lnTo>
                  <a:pt x="6114" y="3074"/>
                </a:lnTo>
                <a:cubicBezTo>
                  <a:pt x="6345" y="3074"/>
                  <a:pt x="6452" y="2919"/>
                  <a:pt x="6457" y="2748"/>
                </a:cubicBezTo>
                <a:lnTo>
                  <a:pt x="6452" y="2753"/>
                </a:lnTo>
                <a:cubicBezTo>
                  <a:pt x="6452" y="2580"/>
                  <a:pt x="6336" y="2507"/>
                  <a:pt x="6210" y="2441"/>
                </a:cubicBezTo>
                <a:lnTo>
                  <a:pt x="6128" y="2397"/>
                </a:lnTo>
                <a:lnTo>
                  <a:pt x="6125" y="2398"/>
                </a:lnTo>
                <a:cubicBezTo>
                  <a:pt x="6048" y="2356"/>
                  <a:pt x="5967" y="2302"/>
                  <a:pt x="5967" y="2199"/>
                </a:cubicBezTo>
                <a:lnTo>
                  <a:pt x="5967" y="2195"/>
                </a:lnTo>
                <a:cubicBezTo>
                  <a:pt x="5967" y="2047"/>
                  <a:pt x="6079" y="1980"/>
                  <a:pt x="6169" y="1980"/>
                </a:cubicBezTo>
                <a:lnTo>
                  <a:pt x="6177" y="1980"/>
                </a:lnTo>
                <a:cubicBezTo>
                  <a:pt x="6276" y="1980"/>
                  <a:pt x="6340" y="2018"/>
                  <a:pt x="6397" y="2068"/>
                </a:cubicBezTo>
                <a:lnTo>
                  <a:pt x="6437" y="1980"/>
                </a:lnTo>
                <a:lnTo>
                  <a:pt x="6443" y="1977"/>
                </a:lnTo>
                <a:cubicBezTo>
                  <a:pt x="6360" y="1926"/>
                  <a:pt x="6270" y="1894"/>
                  <a:pt x="6169" y="1892"/>
                </a:cubicBezTo>
                <a:lnTo>
                  <a:pt x="6172" y="1894"/>
                </a:lnTo>
                <a:cubicBezTo>
                  <a:pt x="5982" y="1894"/>
                  <a:pt x="5854" y="2015"/>
                  <a:pt x="5863" y="2177"/>
                </a:cubicBezTo>
                <a:lnTo>
                  <a:pt x="5854" y="2186"/>
                </a:lnTo>
                <a:cubicBezTo>
                  <a:pt x="5854" y="2424"/>
                  <a:pt x="6016" y="2468"/>
                  <a:pt x="6169" y="2550"/>
                </a:cubicBezTo>
                <a:lnTo>
                  <a:pt x="6172" y="2549"/>
                </a:lnTo>
                <a:cubicBezTo>
                  <a:pt x="6258" y="2593"/>
                  <a:pt x="6330" y="2649"/>
                  <a:pt x="6333" y="2770"/>
                </a:cubicBezTo>
                <a:lnTo>
                  <a:pt x="6330" y="2765"/>
                </a:lnTo>
                <a:cubicBezTo>
                  <a:pt x="6330" y="2902"/>
                  <a:pt x="6236" y="2988"/>
                  <a:pt x="6108" y="2989"/>
                </a:cubicBezTo>
                <a:lnTo>
                  <a:pt x="6105" y="2988"/>
                </a:lnTo>
                <a:moveTo>
                  <a:pt x="6764" y="3055"/>
                </a:moveTo>
                <a:lnTo>
                  <a:pt x="6887" y="3055"/>
                </a:lnTo>
                <a:lnTo>
                  <a:pt x="6887" y="1914"/>
                </a:lnTo>
                <a:lnTo>
                  <a:pt x="6764" y="1914"/>
                </a:lnTo>
                <a:lnTo>
                  <a:pt x="6764" y="3055"/>
                </a:lnTo>
                <a:moveTo>
                  <a:pt x="7113" y="1914"/>
                </a:moveTo>
                <a:lnTo>
                  <a:pt x="7113" y="2024"/>
                </a:lnTo>
                <a:lnTo>
                  <a:pt x="7442" y="2024"/>
                </a:lnTo>
                <a:lnTo>
                  <a:pt x="7442" y="3055"/>
                </a:lnTo>
                <a:lnTo>
                  <a:pt x="7543" y="3055"/>
                </a:lnTo>
                <a:lnTo>
                  <a:pt x="7543" y="2024"/>
                </a:lnTo>
                <a:lnTo>
                  <a:pt x="7872" y="2024"/>
                </a:lnTo>
                <a:lnTo>
                  <a:pt x="7872" y="1914"/>
                </a:lnTo>
                <a:lnTo>
                  <a:pt x="7113" y="1914"/>
                </a:lnTo>
                <a:moveTo>
                  <a:pt x="8403" y="2024"/>
                </a:moveTo>
                <a:lnTo>
                  <a:pt x="8608" y="2594"/>
                </a:lnTo>
                <a:lnTo>
                  <a:pt x="8201" y="2594"/>
                </a:lnTo>
                <a:lnTo>
                  <a:pt x="8403" y="2024"/>
                </a:lnTo>
                <a:moveTo>
                  <a:pt x="8896" y="3033"/>
                </a:moveTo>
                <a:lnTo>
                  <a:pt x="8466" y="1914"/>
                </a:lnTo>
                <a:lnTo>
                  <a:pt x="8342" y="1914"/>
                </a:lnTo>
                <a:lnTo>
                  <a:pt x="7912" y="3033"/>
                </a:lnTo>
                <a:lnTo>
                  <a:pt x="8036" y="3077"/>
                </a:lnTo>
                <a:lnTo>
                  <a:pt x="8178" y="2682"/>
                </a:lnTo>
                <a:lnTo>
                  <a:pt x="8631" y="2682"/>
                </a:lnTo>
                <a:lnTo>
                  <a:pt x="8772" y="3077"/>
                </a:lnTo>
                <a:lnTo>
                  <a:pt x="8896" y="3033"/>
                </a:lnTo>
                <a:moveTo>
                  <a:pt x="8712" y="1848"/>
                </a:moveTo>
                <a:lnTo>
                  <a:pt x="8608" y="1848"/>
                </a:lnTo>
                <a:lnTo>
                  <a:pt x="8608" y="1980"/>
                </a:lnTo>
                <a:lnTo>
                  <a:pt x="8712" y="1980"/>
                </a:lnTo>
                <a:lnTo>
                  <a:pt x="8712" y="1848"/>
                </a:lnTo>
                <a:moveTo>
                  <a:pt x="8201" y="1848"/>
                </a:moveTo>
                <a:lnTo>
                  <a:pt x="8097" y="1848"/>
                </a:lnTo>
                <a:lnTo>
                  <a:pt x="8097" y="1980"/>
                </a:lnTo>
                <a:lnTo>
                  <a:pt x="8201" y="1980"/>
                </a:lnTo>
                <a:lnTo>
                  <a:pt x="8201" y="1848"/>
                </a:lnTo>
                <a:moveTo>
                  <a:pt x="8998" y="1914"/>
                </a:moveTo>
                <a:lnTo>
                  <a:pt x="8998" y="2024"/>
                </a:lnTo>
                <a:lnTo>
                  <a:pt x="9306" y="2024"/>
                </a:lnTo>
                <a:lnTo>
                  <a:pt x="9306" y="3055"/>
                </a:lnTo>
                <a:lnTo>
                  <a:pt x="9428" y="3055"/>
                </a:lnTo>
                <a:lnTo>
                  <a:pt x="9428" y="2024"/>
                </a:lnTo>
                <a:lnTo>
                  <a:pt x="9736" y="2024"/>
                </a:lnTo>
                <a:lnTo>
                  <a:pt x="9736" y="1914"/>
                </a:lnTo>
                <a:lnTo>
                  <a:pt x="8998" y="1914"/>
                </a:lnTo>
                <a:moveTo>
                  <a:pt x="409" y="4835"/>
                </a:moveTo>
                <a:lnTo>
                  <a:pt x="245" y="4835"/>
                </a:lnTo>
                <a:lnTo>
                  <a:pt x="245" y="3891"/>
                </a:lnTo>
                <a:lnTo>
                  <a:pt x="430" y="3891"/>
                </a:lnTo>
                <a:lnTo>
                  <a:pt x="430" y="3896"/>
                </a:lnTo>
                <a:cubicBezTo>
                  <a:pt x="724" y="3896"/>
                  <a:pt x="920" y="4058"/>
                  <a:pt x="923" y="4352"/>
                </a:cubicBezTo>
                <a:lnTo>
                  <a:pt x="920" y="4359"/>
                </a:lnTo>
                <a:cubicBezTo>
                  <a:pt x="920" y="4658"/>
                  <a:pt x="721" y="4837"/>
                  <a:pt x="409" y="4835"/>
                </a:cubicBezTo>
                <a:moveTo>
                  <a:pt x="450" y="3804"/>
                </a:moveTo>
                <a:lnTo>
                  <a:pt x="123" y="3804"/>
                </a:lnTo>
                <a:lnTo>
                  <a:pt x="123" y="4945"/>
                </a:lnTo>
                <a:lnTo>
                  <a:pt x="409" y="4945"/>
                </a:lnTo>
                <a:lnTo>
                  <a:pt x="418" y="4936"/>
                </a:lnTo>
                <a:cubicBezTo>
                  <a:pt x="788" y="4936"/>
                  <a:pt x="1032" y="4736"/>
                  <a:pt x="1024" y="4352"/>
                </a:cubicBezTo>
                <a:lnTo>
                  <a:pt x="1032" y="4351"/>
                </a:lnTo>
                <a:cubicBezTo>
                  <a:pt x="1032" y="4072"/>
                  <a:pt x="883" y="3796"/>
                  <a:pt x="450" y="3804"/>
                </a:cubicBezTo>
                <a:moveTo>
                  <a:pt x="1700" y="3913"/>
                </a:moveTo>
                <a:lnTo>
                  <a:pt x="1884" y="4484"/>
                </a:lnTo>
                <a:lnTo>
                  <a:pt x="1497" y="4484"/>
                </a:lnTo>
                <a:lnTo>
                  <a:pt x="1700" y="3913"/>
                </a:lnTo>
                <a:moveTo>
                  <a:pt x="2173" y="4923"/>
                </a:moveTo>
                <a:lnTo>
                  <a:pt x="1763" y="3804"/>
                </a:lnTo>
                <a:lnTo>
                  <a:pt x="1639" y="3804"/>
                </a:lnTo>
                <a:lnTo>
                  <a:pt x="1189" y="4923"/>
                </a:lnTo>
                <a:lnTo>
                  <a:pt x="1312" y="4967"/>
                </a:lnTo>
                <a:lnTo>
                  <a:pt x="1454" y="4572"/>
                </a:lnTo>
                <a:lnTo>
                  <a:pt x="1927" y="4572"/>
                </a:lnTo>
                <a:lnTo>
                  <a:pt x="2049" y="4967"/>
                </a:lnTo>
                <a:lnTo>
                  <a:pt x="2173" y="4923"/>
                </a:lnTo>
                <a:moveTo>
                  <a:pt x="2726" y="4352"/>
                </a:moveTo>
                <a:lnTo>
                  <a:pt x="2584" y="4352"/>
                </a:lnTo>
                <a:lnTo>
                  <a:pt x="2584" y="3891"/>
                </a:lnTo>
                <a:lnTo>
                  <a:pt x="2748" y="3891"/>
                </a:lnTo>
                <a:lnTo>
                  <a:pt x="2751" y="3895"/>
                </a:lnTo>
                <a:cubicBezTo>
                  <a:pt x="2934" y="3895"/>
                  <a:pt x="2988" y="3991"/>
                  <a:pt x="2994" y="4133"/>
                </a:cubicBezTo>
                <a:lnTo>
                  <a:pt x="2988" y="4122"/>
                </a:lnTo>
                <a:cubicBezTo>
                  <a:pt x="2988" y="4304"/>
                  <a:pt x="2856" y="4352"/>
                  <a:pt x="2726" y="4352"/>
                </a:cubicBezTo>
                <a:moveTo>
                  <a:pt x="2789" y="3804"/>
                </a:moveTo>
                <a:lnTo>
                  <a:pt x="2460" y="3804"/>
                </a:lnTo>
                <a:lnTo>
                  <a:pt x="2460" y="4945"/>
                </a:lnTo>
                <a:lnTo>
                  <a:pt x="2584" y="4945"/>
                </a:lnTo>
                <a:lnTo>
                  <a:pt x="2584" y="4440"/>
                </a:lnTo>
                <a:lnTo>
                  <a:pt x="2685" y="4440"/>
                </a:lnTo>
                <a:lnTo>
                  <a:pt x="2676" y="4446"/>
                </a:lnTo>
                <a:cubicBezTo>
                  <a:pt x="2755" y="4446"/>
                  <a:pt x="2798" y="4477"/>
                  <a:pt x="2849" y="4528"/>
                </a:cubicBezTo>
                <a:lnTo>
                  <a:pt x="2890" y="4594"/>
                </a:lnTo>
                <a:lnTo>
                  <a:pt x="3136" y="4967"/>
                </a:lnTo>
                <a:lnTo>
                  <a:pt x="3239" y="4901"/>
                </a:lnTo>
                <a:lnTo>
                  <a:pt x="3034" y="4594"/>
                </a:lnTo>
                <a:lnTo>
                  <a:pt x="3031" y="4600"/>
                </a:lnTo>
                <a:cubicBezTo>
                  <a:pt x="2991" y="4545"/>
                  <a:pt x="2933" y="4438"/>
                  <a:pt x="2870" y="4418"/>
                </a:cubicBezTo>
                <a:lnTo>
                  <a:pt x="2870" y="4396"/>
                </a:lnTo>
                <a:lnTo>
                  <a:pt x="2867" y="4398"/>
                </a:lnTo>
                <a:cubicBezTo>
                  <a:pt x="3014" y="4376"/>
                  <a:pt x="3098" y="4285"/>
                  <a:pt x="3095" y="4111"/>
                </a:cubicBezTo>
                <a:lnTo>
                  <a:pt x="3098" y="4101"/>
                </a:lnTo>
                <a:cubicBezTo>
                  <a:pt x="3098" y="3916"/>
                  <a:pt x="2982" y="3797"/>
                  <a:pt x="2789" y="3804"/>
                </a:cubicBezTo>
                <a:moveTo>
                  <a:pt x="3894" y="3804"/>
                </a:moveTo>
                <a:lnTo>
                  <a:pt x="3773" y="3804"/>
                </a:lnTo>
                <a:lnTo>
                  <a:pt x="3464" y="4923"/>
                </a:lnTo>
                <a:lnTo>
                  <a:pt x="3588" y="4967"/>
                </a:lnTo>
                <a:lnTo>
                  <a:pt x="3834" y="3957"/>
                </a:lnTo>
                <a:lnTo>
                  <a:pt x="4099" y="4945"/>
                </a:lnTo>
                <a:lnTo>
                  <a:pt x="4244" y="4945"/>
                </a:lnTo>
                <a:lnTo>
                  <a:pt x="4509" y="3957"/>
                </a:lnTo>
                <a:lnTo>
                  <a:pt x="4755" y="4967"/>
                </a:lnTo>
                <a:lnTo>
                  <a:pt x="4879" y="4923"/>
                </a:lnTo>
                <a:lnTo>
                  <a:pt x="4573" y="3804"/>
                </a:lnTo>
                <a:lnTo>
                  <a:pt x="4448" y="3804"/>
                </a:lnTo>
                <a:lnTo>
                  <a:pt x="4181" y="4791"/>
                </a:lnTo>
                <a:lnTo>
                  <a:pt x="3894" y="3804"/>
                </a:lnTo>
                <a:moveTo>
                  <a:pt x="5381" y="4871"/>
                </a:moveTo>
                <a:cubicBezTo>
                  <a:pt x="5297" y="4871"/>
                  <a:pt x="5213" y="4833"/>
                  <a:pt x="5145" y="4791"/>
                </a:cubicBezTo>
                <a:lnTo>
                  <a:pt x="5104" y="4879"/>
                </a:lnTo>
                <a:lnTo>
                  <a:pt x="5107" y="4874"/>
                </a:lnTo>
                <a:cubicBezTo>
                  <a:pt x="5193" y="4929"/>
                  <a:pt x="5277" y="4957"/>
                  <a:pt x="5392" y="4967"/>
                </a:cubicBezTo>
                <a:lnTo>
                  <a:pt x="5389" y="4957"/>
                </a:lnTo>
                <a:cubicBezTo>
                  <a:pt x="5620" y="4957"/>
                  <a:pt x="5727" y="4802"/>
                  <a:pt x="5719" y="4638"/>
                </a:cubicBezTo>
                <a:lnTo>
                  <a:pt x="5727" y="4637"/>
                </a:lnTo>
                <a:cubicBezTo>
                  <a:pt x="5727" y="4463"/>
                  <a:pt x="5612" y="4390"/>
                  <a:pt x="5493" y="4330"/>
                </a:cubicBezTo>
                <a:lnTo>
                  <a:pt x="5392" y="4287"/>
                </a:lnTo>
                <a:lnTo>
                  <a:pt x="5401" y="4281"/>
                </a:lnTo>
                <a:cubicBezTo>
                  <a:pt x="5323" y="4240"/>
                  <a:pt x="5240" y="4185"/>
                  <a:pt x="5248" y="4067"/>
                </a:cubicBezTo>
                <a:lnTo>
                  <a:pt x="5240" y="4078"/>
                </a:lnTo>
                <a:cubicBezTo>
                  <a:pt x="5240" y="3930"/>
                  <a:pt x="5355" y="3863"/>
                  <a:pt x="5453" y="3869"/>
                </a:cubicBezTo>
                <a:lnTo>
                  <a:pt x="5453" y="3863"/>
                </a:lnTo>
                <a:cubicBezTo>
                  <a:pt x="5551" y="3863"/>
                  <a:pt x="5617" y="3901"/>
                  <a:pt x="5678" y="3935"/>
                </a:cubicBezTo>
                <a:lnTo>
                  <a:pt x="5719" y="3869"/>
                </a:lnTo>
                <a:lnTo>
                  <a:pt x="5718" y="3860"/>
                </a:lnTo>
                <a:cubicBezTo>
                  <a:pt x="5638" y="3809"/>
                  <a:pt x="5545" y="3777"/>
                  <a:pt x="5453" y="3782"/>
                </a:cubicBezTo>
                <a:lnTo>
                  <a:pt x="5445" y="3777"/>
                </a:lnTo>
                <a:cubicBezTo>
                  <a:pt x="5260" y="3777"/>
                  <a:pt x="5130" y="3899"/>
                  <a:pt x="5124" y="4067"/>
                </a:cubicBezTo>
                <a:lnTo>
                  <a:pt x="5130" y="4069"/>
                </a:lnTo>
                <a:cubicBezTo>
                  <a:pt x="5130" y="4308"/>
                  <a:pt x="5291" y="4351"/>
                  <a:pt x="5453" y="4440"/>
                </a:cubicBezTo>
                <a:lnTo>
                  <a:pt x="5448" y="4432"/>
                </a:lnTo>
                <a:cubicBezTo>
                  <a:pt x="5534" y="4476"/>
                  <a:pt x="5606" y="4532"/>
                  <a:pt x="5597" y="4638"/>
                </a:cubicBezTo>
                <a:lnTo>
                  <a:pt x="5606" y="4648"/>
                </a:lnTo>
                <a:cubicBezTo>
                  <a:pt x="5606" y="4785"/>
                  <a:pt x="5511" y="4871"/>
                  <a:pt x="5370" y="4879"/>
                </a:cubicBezTo>
                <a:lnTo>
                  <a:pt x="5381" y="4871"/>
                </a:lnTo>
                <a:moveTo>
                  <a:pt x="5924" y="3804"/>
                </a:moveTo>
                <a:lnTo>
                  <a:pt x="5924" y="3891"/>
                </a:lnTo>
                <a:lnTo>
                  <a:pt x="6232" y="3891"/>
                </a:lnTo>
                <a:lnTo>
                  <a:pt x="6232" y="4945"/>
                </a:lnTo>
                <a:lnTo>
                  <a:pt x="6354" y="4945"/>
                </a:lnTo>
                <a:lnTo>
                  <a:pt x="6354" y="3891"/>
                </a:lnTo>
                <a:lnTo>
                  <a:pt x="6662" y="3891"/>
                </a:lnTo>
                <a:lnTo>
                  <a:pt x="6662" y="3804"/>
                </a:lnTo>
                <a:lnTo>
                  <a:pt x="5924" y="3804"/>
                </a:lnTo>
                <a:moveTo>
                  <a:pt x="7217" y="3913"/>
                </a:moveTo>
                <a:lnTo>
                  <a:pt x="7421" y="4484"/>
                </a:lnTo>
                <a:lnTo>
                  <a:pt x="7012" y="4484"/>
                </a:lnTo>
                <a:lnTo>
                  <a:pt x="7217" y="3913"/>
                </a:lnTo>
                <a:moveTo>
                  <a:pt x="7707" y="4923"/>
                </a:moveTo>
                <a:lnTo>
                  <a:pt x="7277" y="3804"/>
                </a:lnTo>
                <a:lnTo>
                  <a:pt x="7153" y="3804"/>
                </a:lnTo>
                <a:lnTo>
                  <a:pt x="6723" y="4923"/>
                </a:lnTo>
                <a:lnTo>
                  <a:pt x="6847" y="4967"/>
                </a:lnTo>
                <a:lnTo>
                  <a:pt x="6989" y="4572"/>
                </a:lnTo>
                <a:lnTo>
                  <a:pt x="7442" y="4572"/>
                </a:lnTo>
                <a:lnTo>
                  <a:pt x="7584" y="4967"/>
                </a:lnTo>
                <a:lnTo>
                  <a:pt x="7707" y="4923"/>
                </a:lnTo>
                <a:moveTo>
                  <a:pt x="8219" y="4835"/>
                </a:moveTo>
                <a:lnTo>
                  <a:pt x="8077" y="4835"/>
                </a:lnTo>
                <a:lnTo>
                  <a:pt x="8077" y="3891"/>
                </a:lnTo>
                <a:lnTo>
                  <a:pt x="8241" y="3891"/>
                </a:lnTo>
                <a:lnTo>
                  <a:pt x="8247" y="3896"/>
                </a:lnTo>
                <a:cubicBezTo>
                  <a:pt x="8544" y="3896"/>
                  <a:pt x="8738" y="4058"/>
                  <a:pt x="8732" y="4352"/>
                </a:cubicBezTo>
                <a:lnTo>
                  <a:pt x="8738" y="4359"/>
                </a:lnTo>
                <a:cubicBezTo>
                  <a:pt x="8738" y="4658"/>
                  <a:pt x="8539" y="4837"/>
                  <a:pt x="8219" y="4835"/>
                </a:cubicBezTo>
                <a:moveTo>
                  <a:pt x="8282" y="3804"/>
                </a:moveTo>
                <a:lnTo>
                  <a:pt x="7953" y="3804"/>
                </a:lnTo>
                <a:lnTo>
                  <a:pt x="7953" y="4945"/>
                </a:lnTo>
                <a:lnTo>
                  <a:pt x="8241" y="4945"/>
                </a:lnTo>
                <a:lnTo>
                  <a:pt x="8238" y="4936"/>
                </a:lnTo>
                <a:cubicBezTo>
                  <a:pt x="8605" y="4936"/>
                  <a:pt x="8850" y="4736"/>
                  <a:pt x="8854" y="4352"/>
                </a:cubicBezTo>
                <a:lnTo>
                  <a:pt x="8850" y="4351"/>
                </a:lnTo>
                <a:cubicBezTo>
                  <a:pt x="8850" y="4072"/>
                  <a:pt x="8700" y="3796"/>
                  <a:pt x="8282" y="3804"/>
                </a:cubicBezTo>
                <a:moveTo>
                  <a:pt x="8998" y="3804"/>
                </a:moveTo>
                <a:lnTo>
                  <a:pt x="8998" y="3891"/>
                </a:lnTo>
                <a:lnTo>
                  <a:pt x="9306" y="3891"/>
                </a:lnTo>
                <a:lnTo>
                  <a:pt x="9306" y="4945"/>
                </a:lnTo>
                <a:lnTo>
                  <a:pt x="9428" y="4945"/>
                </a:lnTo>
                <a:lnTo>
                  <a:pt x="9428" y="3891"/>
                </a:lnTo>
                <a:lnTo>
                  <a:pt x="9736" y="3891"/>
                </a:lnTo>
                <a:lnTo>
                  <a:pt x="9736" y="3804"/>
                </a:lnTo>
                <a:lnTo>
                  <a:pt x="8998" y="38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3792040" y="4954320"/>
            <a:ext cx="21960" cy="24120"/>
          </a:xfrm>
          <a:custGeom>
            <a:avLst/>
            <a:gdLst>
              <a:gd name="textAreaLeft" fmla="*/ 0 w 21960"/>
              <a:gd name="textAreaRight" fmla="*/ 22320 w 2196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2" h="68">
                <a:moveTo>
                  <a:pt x="62" y="57"/>
                </a:moveTo>
                <a:lnTo>
                  <a:pt x="47" y="0"/>
                </a:lnTo>
                <a:lnTo>
                  <a:pt x="21" y="8"/>
                </a:lnTo>
                <a:lnTo>
                  <a:pt x="10" y="14"/>
                </a:lnTo>
                <a:lnTo>
                  <a:pt x="2" y="23"/>
                </a:lnTo>
                <a:lnTo>
                  <a:pt x="0" y="34"/>
                </a:lnTo>
                <a:lnTo>
                  <a:pt x="0" y="45"/>
                </a:lnTo>
                <a:lnTo>
                  <a:pt x="6" y="55"/>
                </a:lnTo>
                <a:lnTo>
                  <a:pt x="15" y="63"/>
                </a:lnTo>
                <a:lnTo>
                  <a:pt x="24" y="68"/>
                </a:lnTo>
                <a:lnTo>
                  <a:pt x="35" y="68"/>
                </a:lnTo>
                <a:lnTo>
                  <a:pt x="62" y="5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3891400" y="4696920"/>
            <a:ext cx="259920" cy="394560"/>
          </a:xfrm>
          <a:custGeom>
            <a:avLst/>
            <a:gdLst>
              <a:gd name="textAreaLeft" fmla="*/ 0 w 259920"/>
              <a:gd name="textAreaRight" fmla="*/ 260280 w 259920"/>
              <a:gd name="textAreaTop" fmla="*/ 0 h 394560"/>
              <a:gd name="textAreaBottom" fmla="*/ 394920 h 394560"/>
            </a:gdLst>
            <a:ahLst/>
            <a:rect l="textAreaLeft" t="textAreaTop" r="textAreaRight" b="textAreaBottom"/>
            <a:pathLst>
              <a:path fill="none" w="723" h="1097">
                <a:moveTo>
                  <a:pt x="723" y="0"/>
                </a:moveTo>
                <a:cubicBezTo>
                  <a:pt x="732" y="288"/>
                  <a:pt x="608" y="860"/>
                  <a:pt x="0" y="1097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24140880" y="4677840"/>
            <a:ext cx="20880" cy="22320"/>
          </a:xfrm>
          <a:custGeom>
            <a:avLst/>
            <a:gdLst>
              <a:gd name="textAreaLeft" fmla="*/ 0 w 20880"/>
              <a:gd name="textAreaRight" fmla="*/ 21240 w 20880"/>
              <a:gd name="textAreaTop" fmla="*/ 0 h 22320"/>
              <a:gd name="textAreaBottom" fmla="*/ 22680 h 22320"/>
            </a:gdLst>
            <a:ahLst/>
            <a:rect l="textAreaLeft" t="textAreaTop" r="textAreaRight" b="textAreaBottom"/>
            <a:pathLst>
              <a:path w="59" h="63">
                <a:moveTo>
                  <a:pt x="0" y="63"/>
                </a:moveTo>
                <a:lnTo>
                  <a:pt x="59" y="60"/>
                </a:lnTo>
                <a:lnTo>
                  <a:pt x="57" y="28"/>
                </a:lnTo>
                <a:lnTo>
                  <a:pt x="54" y="17"/>
                </a:lnTo>
                <a:lnTo>
                  <a:pt x="48" y="8"/>
                </a:lnTo>
                <a:lnTo>
                  <a:pt x="39" y="2"/>
                </a:lnTo>
                <a:lnTo>
                  <a:pt x="28" y="0"/>
                </a:lnTo>
                <a:lnTo>
                  <a:pt x="18" y="3"/>
                </a:lnTo>
                <a:lnTo>
                  <a:pt x="7" y="10"/>
                </a:lnTo>
                <a:lnTo>
                  <a:pt x="3" y="20"/>
                </a:lnTo>
                <a:lnTo>
                  <a:pt x="0" y="32"/>
                </a:lnTo>
                <a:lnTo>
                  <a:pt x="0" y="6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4260400" y="4469760"/>
            <a:ext cx="669600" cy="320760"/>
          </a:xfrm>
          <a:custGeom>
            <a:avLst/>
            <a:gdLst>
              <a:gd name="textAreaLeft" fmla="*/ 0 w 669600"/>
              <a:gd name="textAreaRight" fmla="*/ 669960 w 669600"/>
              <a:gd name="textAreaTop" fmla="*/ 0 h 320760"/>
              <a:gd name="textAreaBottom" fmla="*/ 321120 h 320760"/>
            </a:gdLst>
            <a:ahLst/>
            <a:rect l="textAreaLeft" t="textAreaTop" r="textAreaRight" b="textAreaBottom"/>
            <a:pathLst>
              <a:path fill="none" w="1861" h="892">
                <a:moveTo>
                  <a:pt x="0" y="557"/>
                </a:moveTo>
                <a:cubicBezTo>
                  <a:pt x="992" y="1205"/>
                  <a:pt x="2230" y="804"/>
                  <a:pt x="1696" y="276"/>
                </a:cubicBezTo>
                <a:cubicBezTo>
                  <a:pt x="1742" y="205"/>
                  <a:pt x="1771" y="170"/>
                  <a:pt x="1852" y="166"/>
                </a:cubicBezTo>
                <a:cubicBezTo>
                  <a:pt x="1875" y="83"/>
                  <a:pt x="1851" y="35"/>
                  <a:pt x="1802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4891120" y="445464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40" y="72"/>
                </a:moveTo>
                <a:lnTo>
                  <a:pt x="68" y="21"/>
                </a:lnTo>
                <a:lnTo>
                  <a:pt x="43" y="4"/>
                </a:lnTo>
                <a:lnTo>
                  <a:pt x="32" y="0"/>
                </a:lnTo>
                <a:lnTo>
                  <a:pt x="21" y="1"/>
                </a:lnTo>
                <a:lnTo>
                  <a:pt x="12" y="6"/>
                </a:lnTo>
                <a:lnTo>
                  <a:pt x="3" y="17"/>
                </a:lnTo>
                <a:lnTo>
                  <a:pt x="0" y="28"/>
                </a:lnTo>
                <a:lnTo>
                  <a:pt x="3" y="39"/>
                </a:lnTo>
                <a:lnTo>
                  <a:pt x="6" y="50"/>
                </a:lnTo>
                <a:lnTo>
                  <a:pt x="15" y="57"/>
                </a:lnTo>
                <a:lnTo>
                  <a:pt x="40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4242760" y="4654080"/>
            <a:ext cx="24120" cy="25560"/>
          </a:xfrm>
          <a:custGeom>
            <a:avLst/>
            <a:gdLst>
              <a:gd name="textAreaLeft" fmla="*/ 0 w 24120"/>
              <a:gd name="textAreaRight" fmla="*/ 24480 w 24120"/>
              <a:gd name="textAreaTop" fmla="*/ 0 h 25560"/>
              <a:gd name="textAreaBottom" fmla="*/ 25920 h 25560"/>
            </a:gdLst>
            <a:ahLst/>
            <a:rect l="textAreaLeft" t="textAreaTop" r="textAreaRight" b="textAreaBottom"/>
            <a:pathLst>
              <a:path w="68" h="72">
                <a:moveTo>
                  <a:pt x="39" y="72"/>
                </a:moveTo>
                <a:lnTo>
                  <a:pt x="68" y="21"/>
                </a:lnTo>
                <a:lnTo>
                  <a:pt x="45" y="4"/>
                </a:lnTo>
                <a:lnTo>
                  <a:pt x="36" y="0"/>
                </a:lnTo>
                <a:lnTo>
                  <a:pt x="24" y="0"/>
                </a:lnTo>
                <a:lnTo>
                  <a:pt x="16" y="5"/>
                </a:lnTo>
                <a:lnTo>
                  <a:pt x="6" y="14"/>
                </a:lnTo>
                <a:lnTo>
                  <a:pt x="0" y="25"/>
                </a:lnTo>
                <a:lnTo>
                  <a:pt x="3" y="38"/>
                </a:lnTo>
                <a:lnTo>
                  <a:pt x="6" y="48"/>
                </a:lnTo>
                <a:lnTo>
                  <a:pt x="16" y="56"/>
                </a:lnTo>
                <a:lnTo>
                  <a:pt x="39" y="7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4585480" y="4807800"/>
            <a:ext cx="32400" cy="331920"/>
          </a:xfrm>
          <a:custGeom>
            <a:avLst/>
            <a:gdLst>
              <a:gd name="textAreaLeft" fmla="*/ 0 w 32400"/>
              <a:gd name="textAreaRight" fmla="*/ 32760 w 32400"/>
              <a:gd name="textAreaTop" fmla="*/ 0 h 331920"/>
              <a:gd name="textAreaBottom" fmla="*/ 332280 h 331920"/>
            </a:gdLst>
            <a:ahLst/>
            <a:rect l="textAreaLeft" t="textAreaTop" r="textAreaRight" b="textAreaBottom"/>
            <a:pathLst>
              <a:path fill="none" w="91" h="923">
                <a:moveTo>
                  <a:pt x="91" y="0"/>
                </a:moveTo>
                <a:cubicBezTo>
                  <a:pt x="-17" y="375"/>
                  <a:pt x="-17" y="690"/>
                  <a:pt x="30" y="923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4607440" y="4788000"/>
            <a:ext cx="23040" cy="24480"/>
          </a:xfrm>
          <a:custGeom>
            <a:avLst/>
            <a:gdLst>
              <a:gd name="textAreaLeft" fmla="*/ 0 w 23040"/>
              <a:gd name="textAreaRight" fmla="*/ 23400 w 23040"/>
              <a:gd name="textAreaTop" fmla="*/ 0 h 24480"/>
              <a:gd name="textAreaBottom" fmla="*/ 24840 h 24480"/>
            </a:gdLst>
            <a:ahLst/>
            <a:rect l="textAreaLeft" t="textAreaTop" r="textAreaRight" b="textAreaBottom"/>
            <a:pathLst>
              <a:path w="65" h="69">
                <a:moveTo>
                  <a:pt x="0" y="49"/>
                </a:moveTo>
                <a:lnTo>
                  <a:pt x="56" y="69"/>
                </a:lnTo>
                <a:lnTo>
                  <a:pt x="65" y="39"/>
                </a:lnTo>
                <a:lnTo>
                  <a:pt x="65" y="27"/>
                </a:lnTo>
                <a:lnTo>
                  <a:pt x="62" y="16"/>
                </a:lnTo>
                <a:lnTo>
                  <a:pt x="54" y="7"/>
                </a:lnTo>
                <a:lnTo>
                  <a:pt x="45" y="1"/>
                </a:lnTo>
                <a:lnTo>
                  <a:pt x="34" y="0"/>
                </a:lnTo>
                <a:lnTo>
                  <a:pt x="23" y="3"/>
                </a:lnTo>
                <a:lnTo>
                  <a:pt x="15" y="11"/>
                </a:lnTo>
                <a:lnTo>
                  <a:pt x="9" y="21"/>
                </a:lnTo>
                <a:lnTo>
                  <a:pt x="0" y="4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24578280" y="4968000"/>
            <a:ext cx="21960" cy="24120"/>
          </a:xfrm>
          <a:custGeom>
            <a:avLst/>
            <a:gdLst>
              <a:gd name="textAreaLeft" fmla="*/ 0 w 21960"/>
              <a:gd name="textAreaRight" fmla="*/ 22320 w 2196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2" h="68">
                <a:moveTo>
                  <a:pt x="48" y="68"/>
                </a:moveTo>
                <a:lnTo>
                  <a:pt x="62" y="8"/>
                </a:lnTo>
                <a:lnTo>
                  <a:pt x="36" y="1"/>
                </a:lnTo>
                <a:lnTo>
                  <a:pt x="25" y="0"/>
                </a:lnTo>
                <a:lnTo>
                  <a:pt x="12" y="3"/>
                </a:lnTo>
                <a:lnTo>
                  <a:pt x="6" y="11"/>
                </a:lnTo>
                <a:lnTo>
                  <a:pt x="1" y="21"/>
                </a:lnTo>
                <a:lnTo>
                  <a:pt x="0" y="35"/>
                </a:lnTo>
                <a:lnTo>
                  <a:pt x="3" y="46"/>
                </a:lnTo>
                <a:lnTo>
                  <a:pt x="9" y="54"/>
                </a:lnTo>
                <a:lnTo>
                  <a:pt x="22" y="60"/>
                </a:lnTo>
                <a:lnTo>
                  <a:pt x="48" y="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3874840" y="5001120"/>
            <a:ext cx="23040" cy="24840"/>
          </a:xfrm>
          <a:custGeom>
            <a:avLst/>
            <a:gdLst>
              <a:gd name="textAreaLeft" fmla="*/ 0 w 23040"/>
              <a:gd name="textAreaRight" fmla="*/ 23400 w 2304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5" h="70">
                <a:moveTo>
                  <a:pt x="19" y="0"/>
                </a:moveTo>
                <a:lnTo>
                  <a:pt x="0" y="59"/>
                </a:lnTo>
                <a:lnTo>
                  <a:pt x="27" y="68"/>
                </a:lnTo>
                <a:lnTo>
                  <a:pt x="39" y="70"/>
                </a:lnTo>
                <a:lnTo>
                  <a:pt x="50" y="66"/>
                </a:lnTo>
                <a:lnTo>
                  <a:pt x="59" y="59"/>
                </a:lnTo>
                <a:lnTo>
                  <a:pt x="63" y="49"/>
                </a:lnTo>
                <a:lnTo>
                  <a:pt x="65" y="38"/>
                </a:lnTo>
                <a:lnTo>
                  <a:pt x="62" y="26"/>
                </a:lnTo>
                <a:lnTo>
                  <a:pt x="56" y="17"/>
                </a:lnTo>
                <a:lnTo>
                  <a:pt x="45" y="11"/>
                </a:lnTo>
                <a:lnTo>
                  <a:pt x="19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23878080" y="500040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65" y="55"/>
                </a:moveTo>
                <a:lnTo>
                  <a:pt x="42" y="0"/>
                </a:lnTo>
                <a:lnTo>
                  <a:pt x="16" y="14"/>
                </a:lnTo>
                <a:lnTo>
                  <a:pt x="6" y="23"/>
                </a:lnTo>
                <a:lnTo>
                  <a:pt x="0" y="33"/>
                </a:lnTo>
                <a:lnTo>
                  <a:pt x="0" y="44"/>
                </a:lnTo>
                <a:lnTo>
                  <a:pt x="3" y="55"/>
                </a:lnTo>
                <a:lnTo>
                  <a:pt x="10" y="64"/>
                </a:lnTo>
                <a:lnTo>
                  <a:pt x="19" y="70"/>
                </a:lnTo>
                <a:lnTo>
                  <a:pt x="30" y="71"/>
                </a:lnTo>
                <a:lnTo>
                  <a:pt x="42" y="68"/>
                </a:lnTo>
                <a:lnTo>
                  <a:pt x="65" y="55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4026760" y="4983840"/>
            <a:ext cx="21960" cy="23760"/>
          </a:xfrm>
          <a:custGeom>
            <a:avLst/>
            <a:gdLst>
              <a:gd name="textAreaLeft" fmla="*/ 0 w 21960"/>
              <a:gd name="textAreaRight" fmla="*/ 22320 w 2196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2" h="67">
                <a:moveTo>
                  <a:pt x="48" y="67"/>
                </a:moveTo>
                <a:lnTo>
                  <a:pt x="62" y="7"/>
                </a:lnTo>
                <a:lnTo>
                  <a:pt x="36" y="1"/>
                </a:lnTo>
                <a:lnTo>
                  <a:pt x="23" y="0"/>
                </a:lnTo>
                <a:lnTo>
                  <a:pt x="12" y="4"/>
                </a:lnTo>
                <a:lnTo>
                  <a:pt x="5" y="12"/>
                </a:lnTo>
                <a:lnTo>
                  <a:pt x="0" y="22"/>
                </a:lnTo>
                <a:lnTo>
                  <a:pt x="0" y="35"/>
                </a:lnTo>
                <a:lnTo>
                  <a:pt x="3" y="46"/>
                </a:lnTo>
                <a:lnTo>
                  <a:pt x="11" y="55"/>
                </a:lnTo>
                <a:lnTo>
                  <a:pt x="20" y="60"/>
                </a:lnTo>
                <a:lnTo>
                  <a:pt x="48" y="6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23962320" y="5038560"/>
            <a:ext cx="21960" cy="23400"/>
          </a:xfrm>
          <a:custGeom>
            <a:avLst/>
            <a:gdLst>
              <a:gd name="textAreaLeft" fmla="*/ 0 w 21960"/>
              <a:gd name="textAreaRight" fmla="*/ 22320 w 21960"/>
              <a:gd name="textAreaTop" fmla="*/ 0 h 23400"/>
              <a:gd name="textAreaBottom" fmla="*/ 23760 h 23400"/>
            </a:gdLst>
            <a:ahLst/>
            <a:rect l="textAreaLeft" t="textAreaTop" r="textAreaRight" b="textAreaBottom"/>
            <a:pathLst>
              <a:path w="62" h="66">
                <a:moveTo>
                  <a:pt x="50" y="66"/>
                </a:moveTo>
                <a:lnTo>
                  <a:pt x="62" y="5"/>
                </a:lnTo>
                <a:lnTo>
                  <a:pt x="33" y="0"/>
                </a:lnTo>
                <a:lnTo>
                  <a:pt x="22" y="0"/>
                </a:lnTo>
                <a:lnTo>
                  <a:pt x="12" y="4"/>
                </a:lnTo>
                <a:lnTo>
                  <a:pt x="3" y="14"/>
                </a:lnTo>
                <a:lnTo>
                  <a:pt x="0" y="25"/>
                </a:lnTo>
                <a:lnTo>
                  <a:pt x="0" y="37"/>
                </a:lnTo>
                <a:lnTo>
                  <a:pt x="3" y="47"/>
                </a:lnTo>
                <a:lnTo>
                  <a:pt x="12" y="56"/>
                </a:lnTo>
                <a:lnTo>
                  <a:pt x="22" y="60"/>
                </a:lnTo>
                <a:lnTo>
                  <a:pt x="50" y="6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24576480" y="5039280"/>
            <a:ext cx="22680" cy="24120"/>
          </a:xfrm>
          <a:custGeom>
            <a:avLst/>
            <a:gdLst>
              <a:gd name="textAreaLeft" fmla="*/ 0 w 22680"/>
              <a:gd name="textAreaRight" fmla="*/ 23040 w 22680"/>
              <a:gd name="textAreaTop" fmla="*/ 0 h 24120"/>
              <a:gd name="textAreaBottom" fmla="*/ 24480 h 24120"/>
            </a:gdLst>
            <a:ahLst/>
            <a:rect l="textAreaLeft" t="textAreaTop" r="textAreaRight" b="textAreaBottom"/>
            <a:pathLst>
              <a:path w="64" h="68">
                <a:moveTo>
                  <a:pt x="49" y="68"/>
                </a:moveTo>
                <a:lnTo>
                  <a:pt x="64" y="8"/>
                </a:lnTo>
                <a:lnTo>
                  <a:pt x="35" y="1"/>
                </a:lnTo>
                <a:lnTo>
                  <a:pt x="26" y="0"/>
                </a:lnTo>
                <a:lnTo>
                  <a:pt x="14" y="4"/>
                </a:lnTo>
                <a:lnTo>
                  <a:pt x="6" y="11"/>
                </a:lnTo>
                <a:lnTo>
                  <a:pt x="2" y="22"/>
                </a:lnTo>
                <a:lnTo>
                  <a:pt x="0" y="35"/>
                </a:lnTo>
                <a:lnTo>
                  <a:pt x="5" y="46"/>
                </a:lnTo>
                <a:lnTo>
                  <a:pt x="11" y="55"/>
                </a:lnTo>
                <a:lnTo>
                  <a:pt x="22" y="60"/>
                </a:lnTo>
                <a:lnTo>
                  <a:pt x="49" y="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4594840" y="5052240"/>
            <a:ext cx="129240" cy="45360"/>
          </a:xfrm>
          <a:custGeom>
            <a:avLst/>
            <a:gdLst>
              <a:gd name="textAreaLeft" fmla="*/ 0 w 129240"/>
              <a:gd name="textAreaRight" fmla="*/ 129600 w 129240"/>
              <a:gd name="textAreaTop" fmla="*/ 0 h 45360"/>
              <a:gd name="textAreaBottom" fmla="*/ 45720 h 45360"/>
            </a:gdLst>
            <a:ahLst/>
            <a:rect l="textAreaLeft" t="textAreaTop" r="textAreaRight" b="textAreaBottom"/>
            <a:pathLst>
              <a:path fill="none" w="360" h="127">
                <a:moveTo>
                  <a:pt x="360" y="127"/>
                </a:moveTo>
                <a:cubicBezTo>
                  <a:pt x="294" y="89"/>
                  <a:pt x="166" y="49"/>
                  <a:pt x="0" y="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4596280" y="4980960"/>
            <a:ext cx="207720" cy="78840"/>
          </a:xfrm>
          <a:custGeom>
            <a:avLst/>
            <a:gdLst>
              <a:gd name="textAreaLeft" fmla="*/ 0 w 207720"/>
              <a:gd name="textAreaRight" fmla="*/ 208080 w 207720"/>
              <a:gd name="textAreaTop" fmla="*/ 0 h 78840"/>
              <a:gd name="textAreaBottom" fmla="*/ 79200 h 78840"/>
            </a:gdLst>
            <a:ahLst/>
            <a:rect l="textAreaLeft" t="textAreaTop" r="textAreaRight" b="textAreaBottom"/>
            <a:pathLst>
              <a:path fill="none" w="578" h="220">
                <a:moveTo>
                  <a:pt x="0" y="0"/>
                </a:moveTo>
                <a:cubicBezTo>
                  <a:pt x="252" y="76"/>
                  <a:pt x="488" y="155"/>
                  <a:pt x="578" y="220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4796800" y="5049720"/>
            <a:ext cx="23760" cy="25920"/>
          </a:xfrm>
          <a:custGeom>
            <a:avLst/>
            <a:gdLst>
              <a:gd name="textAreaLeft" fmla="*/ 0 w 23760"/>
              <a:gd name="textAreaRight" fmla="*/ 24120 w 2376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7" h="73">
                <a:moveTo>
                  <a:pt x="31" y="0"/>
                </a:moveTo>
                <a:lnTo>
                  <a:pt x="0" y="50"/>
                </a:lnTo>
                <a:lnTo>
                  <a:pt x="23" y="67"/>
                </a:lnTo>
                <a:lnTo>
                  <a:pt x="31" y="72"/>
                </a:lnTo>
                <a:lnTo>
                  <a:pt x="43" y="73"/>
                </a:lnTo>
                <a:lnTo>
                  <a:pt x="52" y="69"/>
                </a:lnTo>
                <a:lnTo>
                  <a:pt x="62" y="61"/>
                </a:lnTo>
                <a:lnTo>
                  <a:pt x="67" y="51"/>
                </a:lnTo>
                <a:lnTo>
                  <a:pt x="67" y="38"/>
                </a:lnTo>
                <a:lnTo>
                  <a:pt x="64" y="27"/>
                </a:lnTo>
                <a:lnTo>
                  <a:pt x="55" y="19"/>
                </a:lnTo>
                <a:lnTo>
                  <a:pt x="3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4797520" y="5054040"/>
            <a:ext cx="23040" cy="25200"/>
          </a:xfrm>
          <a:custGeom>
            <a:avLst/>
            <a:gdLst>
              <a:gd name="textAreaLeft" fmla="*/ 0 w 23040"/>
              <a:gd name="textAreaRight" fmla="*/ 23400 w 2304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5" h="71">
                <a:moveTo>
                  <a:pt x="0" y="18"/>
                </a:moveTo>
                <a:lnTo>
                  <a:pt x="25" y="71"/>
                </a:lnTo>
                <a:lnTo>
                  <a:pt x="51" y="58"/>
                </a:lnTo>
                <a:lnTo>
                  <a:pt x="59" y="51"/>
                </a:lnTo>
                <a:lnTo>
                  <a:pt x="63" y="41"/>
                </a:lnTo>
                <a:lnTo>
                  <a:pt x="65" y="30"/>
                </a:lnTo>
                <a:lnTo>
                  <a:pt x="62" y="18"/>
                </a:lnTo>
                <a:lnTo>
                  <a:pt x="56" y="9"/>
                </a:lnTo>
                <a:lnTo>
                  <a:pt x="48" y="1"/>
                </a:lnTo>
                <a:lnTo>
                  <a:pt x="36" y="0"/>
                </a:lnTo>
                <a:lnTo>
                  <a:pt x="25" y="5"/>
                </a:lnTo>
                <a:lnTo>
                  <a:pt x="0" y="1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3873040" y="5080320"/>
            <a:ext cx="22680" cy="24840"/>
          </a:xfrm>
          <a:custGeom>
            <a:avLst/>
            <a:gdLst>
              <a:gd name="textAreaLeft" fmla="*/ 0 w 22680"/>
              <a:gd name="textAreaRight" fmla="*/ 23040 w 2268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4" h="70">
                <a:moveTo>
                  <a:pt x="64" y="56"/>
                </a:moveTo>
                <a:lnTo>
                  <a:pt x="45" y="0"/>
                </a:lnTo>
                <a:lnTo>
                  <a:pt x="19" y="10"/>
                </a:lnTo>
                <a:lnTo>
                  <a:pt x="8" y="16"/>
                </a:lnTo>
                <a:lnTo>
                  <a:pt x="3" y="25"/>
                </a:lnTo>
                <a:lnTo>
                  <a:pt x="0" y="37"/>
                </a:lnTo>
                <a:lnTo>
                  <a:pt x="2" y="48"/>
                </a:lnTo>
                <a:lnTo>
                  <a:pt x="8" y="58"/>
                </a:lnTo>
                <a:lnTo>
                  <a:pt x="14" y="65"/>
                </a:lnTo>
                <a:lnTo>
                  <a:pt x="26" y="70"/>
                </a:lnTo>
                <a:lnTo>
                  <a:pt x="37" y="67"/>
                </a:lnTo>
                <a:lnTo>
                  <a:pt x="64" y="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3979960" y="5050440"/>
            <a:ext cx="388800" cy="131040"/>
          </a:xfrm>
          <a:custGeom>
            <a:avLst/>
            <a:gdLst>
              <a:gd name="textAreaLeft" fmla="*/ 0 w 388800"/>
              <a:gd name="textAreaRight" fmla="*/ 389160 w 388800"/>
              <a:gd name="textAreaTop" fmla="*/ 0 h 131040"/>
              <a:gd name="textAreaBottom" fmla="*/ 131400 h 131040"/>
            </a:gdLst>
            <a:ahLst/>
            <a:rect l="textAreaLeft" t="textAreaTop" r="textAreaRight" b="textAreaBottom"/>
            <a:pathLst>
              <a:path fill="none" w="1081" h="365">
                <a:moveTo>
                  <a:pt x="0" y="0"/>
                </a:moveTo>
                <a:cubicBezTo>
                  <a:pt x="300" y="63"/>
                  <a:pt x="861" y="259"/>
                  <a:pt x="1081" y="365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4044400" y="4996440"/>
            <a:ext cx="493560" cy="162000"/>
          </a:xfrm>
          <a:custGeom>
            <a:avLst/>
            <a:gdLst>
              <a:gd name="textAreaLeft" fmla="*/ 0 w 493560"/>
              <a:gd name="textAreaRight" fmla="*/ 493920 w 493560"/>
              <a:gd name="textAreaTop" fmla="*/ 0 h 162000"/>
              <a:gd name="textAreaBottom" fmla="*/ 162360 h 162000"/>
            </a:gdLst>
            <a:ahLst/>
            <a:rect l="textAreaLeft" t="textAreaTop" r="textAreaRight" b="textAreaBottom"/>
            <a:pathLst>
              <a:path fill="none" w="1372" h="451">
                <a:moveTo>
                  <a:pt x="0" y="0"/>
                </a:moveTo>
                <a:cubicBezTo>
                  <a:pt x="334" y="87"/>
                  <a:pt x="1078" y="340"/>
                  <a:pt x="1372" y="451"/>
                </a:cubicBezTo>
              </a:path>
            </a:pathLst>
          </a:custGeom>
          <a:noFill/>
          <a:ln w="194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20" rIns="972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4717600" y="5087160"/>
            <a:ext cx="24120" cy="25920"/>
          </a:xfrm>
          <a:custGeom>
            <a:avLst/>
            <a:gdLst>
              <a:gd name="textAreaLeft" fmla="*/ 0 w 24120"/>
              <a:gd name="textAreaRight" fmla="*/ 24480 w 24120"/>
              <a:gd name="textAreaTop" fmla="*/ 0 h 25920"/>
              <a:gd name="textAreaBottom" fmla="*/ 26280 h 25920"/>
            </a:gdLst>
            <a:ahLst/>
            <a:rect l="textAreaLeft" t="textAreaTop" r="textAreaRight" b="textAreaBottom"/>
            <a:pathLst>
              <a:path w="68" h="73">
                <a:moveTo>
                  <a:pt x="30" y="0"/>
                </a:moveTo>
                <a:lnTo>
                  <a:pt x="0" y="53"/>
                </a:lnTo>
                <a:lnTo>
                  <a:pt x="24" y="68"/>
                </a:lnTo>
                <a:lnTo>
                  <a:pt x="34" y="73"/>
                </a:lnTo>
                <a:lnTo>
                  <a:pt x="45" y="72"/>
                </a:lnTo>
                <a:lnTo>
                  <a:pt x="56" y="67"/>
                </a:lnTo>
                <a:lnTo>
                  <a:pt x="65" y="59"/>
                </a:lnTo>
                <a:lnTo>
                  <a:pt x="68" y="48"/>
                </a:lnTo>
                <a:lnTo>
                  <a:pt x="68" y="35"/>
                </a:lnTo>
                <a:lnTo>
                  <a:pt x="62" y="25"/>
                </a:lnTo>
                <a:lnTo>
                  <a:pt x="54" y="16"/>
                </a:lnTo>
                <a:lnTo>
                  <a:pt x="3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24532920" y="5147280"/>
            <a:ext cx="22680" cy="24840"/>
          </a:xfrm>
          <a:custGeom>
            <a:avLst/>
            <a:gdLst>
              <a:gd name="textAreaLeft" fmla="*/ 0 w 22680"/>
              <a:gd name="textAreaRight" fmla="*/ 23040 w 22680"/>
              <a:gd name="textAreaTop" fmla="*/ 0 h 24840"/>
              <a:gd name="textAreaBottom" fmla="*/ 25200 h 24840"/>
            </a:gdLst>
            <a:ahLst/>
            <a:rect l="textAreaLeft" t="textAreaTop" r="textAreaRight" b="textAreaBottom"/>
            <a:pathLst>
              <a:path w="64" h="70">
                <a:moveTo>
                  <a:pt x="17" y="0"/>
                </a:moveTo>
                <a:lnTo>
                  <a:pt x="0" y="58"/>
                </a:lnTo>
                <a:lnTo>
                  <a:pt x="26" y="68"/>
                </a:lnTo>
                <a:lnTo>
                  <a:pt x="34" y="70"/>
                </a:lnTo>
                <a:lnTo>
                  <a:pt x="46" y="67"/>
                </a:lnTo>
                <a:lnTo>
                  <a:pt x="56" y="60"/>
                </a:lnTo>
                <a:lnTo>
                  <a:pt x="61" y="50"/>
                </a:lnTo>
                <a:lnTo>
                  <a:pt x="64" y="39"/>
                </a:lnTo>
                <a:lnTo>
                  <a:pt x="61" y="27"/>
                </a:lnTo>
                <a:lnTo>
                  <a:pt x="55" y="17"/>
                </a:lnTo>
                <a:lnTo>
                  <a:pt x="43" y="11"/>
                </a:lnTo>
                <a:lnTo>
                  <a:pt x="1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24585840" y="5135040"/>
            <a:ext cx="21960" cy="23760"/>
          </a:xfrm>
          <a:custGeom>
            <a:avLst/>
            <a:gdLst>
              <a:gd name="textAreaLeft" fmla="*/ 0 w 21960"/>
              <a:gd name="textAreaRight" fmla="*/ 22320 w 21960"/>
              <a:gd name="textAreaTop" fmla="*/ 0 h 23760"/>
              <a:gd name="textAreaBottom" fmla="*/ 24120 h 23760"/>
            </a:gdLst>
            <a:ahLst/>
            <a:rect l="textAreaLeft" t="textAreaTop" r="textAreaRight" b="textAreaBottom"/>
            <a:pathLst>
              <a:path w="62" h="67">
                <a:moveTo>
                  <a:pt x="55" y="0"/>
                </a:moveTo>
                <a:lnTo>
                  <a:pt x="0" y="14"/>
                </a:lnTo>
                <a:lnTo>
                  <a:pt x="6" y="45"/>
                </a:lnTo>
                <a:lnTo>
                  <a:pt x="11" y="55"/>
                </a:lnTo>
                <a:lnTo>
                  <a:pt x="20" y="63"/>
                </a:lnTo>
                <a:lnTo>
                  <a:pt x="29" y="67"/>
                </a:lnTo>
                <a:lnTo>
                  <a:pt x="40" y="67"/>
                </a:lnTo>
                <a:lnTo>
                  <a:pt x="52" y="62"/>
                </a:lnTo>
                <a:lnTo>
                  <a:pt x="58" y="54"/>
                </a:lnTo>
                <a:lnTo>
                  <a:pt x="62" y="43"/>
                </a:lnTo>
                <a:lnTo>
                  <a:pt x="61" y="30"/>
                </a:lnTo>
                <a:lnTo>
                  <a:pt x="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4361200" y="5170320"/>
            <a:ext cx="24120" cy="25200"/>
          </a:xfrm>
          <a:custGeom>
            <a:avLst/>
            <a:gdLst>
              <a:gd name="textAreaLeft" fmla="*/ 0 w 24120"/>
              <a:gd name="textAreaRight" fmla="*/ 24480 w 24120"/>
              <a:gd name="textAreaTop" fmla="*/ 0 h 25200"/>
              <a:gd name="textAreaBottom" fmla="*/ 25560 h 25200"/>
            </a:gdLst>
            <a:ahLst/>
            <a:rect l="textAreaLeft" t="textAreaTop" r="textAreaRight" b="textAreaBottom"/>
            <a:pathLst>
              <a:path w="68" h="71">
                <a:moveTo>
                  <a:pt x="24" y="0"/>
                </a:moveTo>
                <a:lnTo>
                  <a:pt x="0" y="56"/>
                </a:lnTo>
                <a:lnTo>
                  <a:pt x="27" y="68"/>
                </a:lnTo>
                <a:lnTo>
                  <a:pt x="39" y="71"/>
                </a:lnTo>
                <a:lnTo>
                  <a:pt x="50" y="69"/>
                </a:lnTo>
                <a:lnTo>
                  <a:pt x="59" y="63"/>
                </a:lnTo>
                <a:lnTo>
                  <a:pt x="65" y="54"/>
                </a:lnTo>
                <a:lnTo>
                  <a:pt x="68" y="42"/>
                </a:lnTo>
                <a:lnTo>
                  <a:pt x="65" y="31"/>
                </a:lnTo>
                <a:lnTo>
                  <a:pt x="62" y="19"/>
                </a:lnTo>
                <a:lnTo>
                  <a:pt x="51" y="12"/>
                </a:lnTo>
                <a:lnTo>
                  <a:pt x="2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 flipV="1">
            <a:off x="1035720" y="6135120"/>
            <a:ext cx="28144440" cy="18720"/>
          </a:xfrm>
          <a:prstGeom prst="line">
            <a:avLst/>
          </a:prstGeom>
          <a:ln w="27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680" rIns="1368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352" name=""/>
          <p:cNvSpPr/>
          <p:nvPr/>
        </p:nvSpPr>
        <p:spPr>
          <a:xfrm>
            <a:off x="1226880" y="3538800"/>
            <a:ext cx="5921280" cy="9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6500" spc="-1" strike="noStrike">
                <a:solidFill>
                  <a:srgbClr val="000000"/>
                </a:solidFill>
                <a:latin typeface="Arial"/>
                <a:ea typeface="Arial"/>
              </a:rPr>
              <a:t>File Streaming </a:t>
            </a:r>
            <a:endParaRPr b="0" lang="en-US" sz="6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1190160" y="6327360"/>
            <a:ext cx="378000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500" spc="-1" strike="noStrike">
                <a:solidFill>
                  <a:srgbClr val="000000"/>
                </a:solidFill>
                <a:latin typeface="Arial"/>
                <a:ea typeface="Arial"/>
              </a:rPr>
              <a:t>Ahmed Wahba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1042920" y="7724520"/>
            <a:ext cx="28137600" cy="360"/>
          </a:xfrm>
          <a:prstGeom prst="line">
            <a:avLst/>
          </a:prstGeom>
          <a:ln w="27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680" rIns="13680" tIns="-13320" bIns="-13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355" name=""/>
          <p:cNvSpPr/>
          <p:nvPr/>
        </p:nvSpPr>
        <p:spPr>
          <a:xfrm>
            <a:off x="1079280" y="8139240"/>
            <a:ext cx="3325320" cy="774000"/>
          </a:xfrm>
          <a:custGeom>
            <a:avLst/>
            <a:gdLst>
              <a:gd name="textAreaLeft" fmla="*/ 0 w 3325320"/>
              <a:gd name="textAreaRight" fmla="*/ 3325680 w 3325320"/>
              <a:gd name="textAreaTop" fmla="*/ 0 h 774000"/>
              <a:gd name="textAreaBottom" fmla="*/ 774360 h 774000"/>
            </a:gdLst>
            <a:ahLst/>
            <a:rect l="textAreaLeft" t="textAreaTop" r="textAreaRight" b="textAreaBottom"/>
            <a:pathLst>
              <a:path w="9238" h="2151">
                <a:moveTo>
                  <a:pt x="4620" y="2151"/>
                </a:moveTo>
                <a:lnTo>
                  <a:pt x="0" y="2151"/>
                </a:lnTo>
                <a:lnTo>
                  <a:pt x="0" y="0"/>
                </a:lnTo>
                <a:lnTo>
                  <a:pt x="9238" y="0"/>
                </a:lnTo>
                <a:lnTo>
                  <a:pt x="9238" y="2151"/>
                </a:lnTo>
                <a:lnTo>
                  <a:pt x="4620" y="2151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096200" y="8156520"/>
            <a:ext cx="28115640" cy="5902200"/>
          </a:xfrm>
          <a:custGeom>
            <a:avLst/>
            <a:gdLst>
              <a:gd name="textAreaLeft" fmla="*/ 0 w 28115640"/>
              <a:gd name="textAreaRight" fmla="*/ 28116000 w 28115640"/>
              <a:gd name="textAreaTop" fmla="*/ 0 h 5902200"/>
              <a:gd name="textAreaBottom" fmla="*/ 5902560 h 5902200"/>
            </a:gdLst>
            <a:ahLst/>
            <a:rect l="textAreaLeft" t="textAreaTop" r="textAreaRight" b="textAreaBottom"/>
            <a:pathLst>
              <a:path w="78100" h="16396">
                <a:moveTo>
                  <a:pt x="39050" y="16396"/>
                </a:moveTo>
                <a:lnTo>
                  <a:pt x="0" y="16396"/>
                </a:lnTo>
                <a:lnTo>
                  <a:pt x="0" y="0"/>
                </a:lnTo>
                <a:lnTo>
                  <a:pt x="78100" y="0"/>
                </a:lnTo>
                <a:lnTo>
                  <a:pt x="78100" y="16396"/>
                </a:lnTo>
                <a:lnTo>
                  <a:pt x="39050" y="16396"/>
                </a:lnTo>
                <a:close/>
              </a:path>
            </a:pathLst>
          </a:custGeom>
          <a:noFill/>
          <a:ln w="126360">
            <a:solidFill>
              <a:srgbClr val="007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3000" rIns="63000" tIns="63000" bIns="63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190160" y="7013520"/>
            <a:ext cx="2089908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500" spc="-1" strike="noStrike">
                <a:solidFill>
                  <a:srgbClr val="000000"/>
                </a:solidFill>
                <a:latin typeface="Arial"/>
                <a:ea typeface="Arial"/>
              </a:rPr>
              <a:t>Design Workshop — Lab/Project Summer 2026, Technical University of Darmstadt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1259640" y="8236800"/>
            <a:ext cx="28562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4500" spc="-1" strike="noStrike">
                <a:solidFill>
                  <a:srgbClr val="ffffff"/>
                </a:solidFill>
                <a:latin typeface="Arial"/>
                <a:ea typeface="Arial"/>
              </a:rPr>
              <a:t>Motivation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1467000" y="9208440"/>
            <a:ext cx="105966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Why wait for an entire file to arrive before reading it?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1467000" y="9871560"/>
            <a:ext cx="227430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Traditional NFS follows a file-oriented model where readers typically consume data only after it has been written.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1467000" y="10534680"/>
            <a:ext cx="270100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sNFS (Streaming Network File System) remove this limitation by allowing data to be consumed incrementally as it becomes available.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1467000" y="11197800"/>
            <a:ext cx="2411604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This work presents an experimental kernel-level prototype that tracks available data, synchronizes readers and writers,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1467000" y="11860920"/>
            <a:ext cx="120459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and explores the foundations of streaming behavior in NFS.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1467000" y="12524040"/>
            <a:ext cx="253854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Problem Statement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Traditional NFS clients operate on complete files and provide no information about partial file availability.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1096200" y="14287320"/>
            <a:ext cx="28115640" cy="15659280"/>
          </a:xfrm>
          <a:custGeom>
            <a:avLst/>
            <a:gdLst>
              <a:gd name="textAreaLeft" fmla="*/ 0 w 28115640"/>
              <a:gd name="textAreaRight" fmla="*/ 28116000 w 28115640"/>
              <a:gd name="textAreaTop" fmla="*/ 0 h 15659280"/>
              <a:gd name="textAreaBottom" fmla="*/ 15659640 h 15659280"/>
            </a:gdLst>
            <a:ahLst/>
            <a:rect l="textAreaLeft" t="textAreaTop" r="textAreaRight" b="textAreaBottom"/>
            <a:pathLst>
              <a:path w="78100" h="43499">
                <a:moveTo>
                  <a:pt x="39050" y="43499"/>
                </a:moveTo>
                <a:lnTo>
                  <a:pt x="0" y="43499"/>
                </a:lnTo>
                <a:lnTo>
                  <a:pt x="0" y="0"/>
                </a:lnTo>
                <a:lnTo>
                  <a:pt x="78100" y="0"/>
                </a:lnTo>
                <a:lnTo>
                  <a:pt x="78100" y="43499"/>
                </a:lnTo>
                <a:lnTo>
                  <a:pt x="39050" y="43499"/>
                </a:lnTo>
                <a:close/>
              </a:path>
            </a:pathLst>
          </a:custGeom>
          <a:noFill/>
          <a:ln w="126360">
            <a:solidFill>
              <a:srgbClr val="007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3000" rIns="63000" tIns="63000" bIns="63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1175040" y="14270760"/>
            <a:ext cx="6731280" cy="774000"/>
          </a:xfrm>
          <a:custGeom>
            <a:avLst/>
            <a:gdLst>
              <a:gd name="textAreaLeft" fmla="*/ 0 w 6731280"/>
              <a:gd name="textAreaRight" fmla="*/ 6731640 w 6731280"/>
              <a:gd name="textAreaTop" fmla="*/ 0 h 774000"/>
              <a:gd name="textAreaBottom" fmla="*/ 774360 h 774000"/>
            </a:gdLst>
            <a:ahLst/>
            <a:rect l="textAreaLeft" t="textAreaTop" r="textAreaRight" b="textAreaBottom"/>
            <a:pathLst>
              <a:path w="18699" h="2151">
                <a:moveTo>
                  <a:pt x="9350" y="2151"/>
                </a:moveTo>
                <a:lnTo>
                  <a:pt x="0" y="2151"/>
                </a:lnTo>
                <a:lnTo>
                  <a:pt x="0" y="0"/>
                </a:lnTo>
                <a:lnTo>
                  <a:pt x="18699" y="0"/>
                </a:lnTo>
                <a:lnTo>
                  <a:pt x="18699" y="2151"/>
                </a:lnTo>
                <a:lnTo>
                  <a:pt x="9350" y="2151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1467000" y="13187160"/>
            <a:ext cx="206092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As a result, downstream tasks cannot start processing data before the entire file has been transferred.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1222920" y="14318280"/>
            <a:ext cx="644544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4500" spc="-1" strike="noStrike">
                <a:solidFill>
                  <a:srgbClr val="ffffff"/>
                </a:solidFill>
                <a:latin typeface="Arial"/>
                <a:ea typeface="Arial"/>
              </a:rPr>
              <a:t>Current Implementation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1410840" y="15322320"/>
            <a:ext cx="32144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Current State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1410840" y="16040520"/>
            <a:ext cx="581760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Kernel-level NFS tracing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410840" y="16758720"/>
            <a:ext cx="680652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Available data offset tracking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410840" y="17476920"/>
            <a:ext cx="672120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Reader blocking mechanism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410840" y="18195120"/>
            <a:ext cx="87512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Wake-up synchronization mechanism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410840" y="18913320"/>
            <a:ext cx="790560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Experimental streaming prototype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1410840" y="20349720"/>
            <a:ext cx="454032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Validation Results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1836000" y="21042720"/>
            <a:ext cx="5072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1410840" y="21031200"/>
            <a:ext cx="5072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✓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1976400" y="21042720"/>
            <a:ext cx="63464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NFS read requests detected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1836000" y="21609720"/>
            <a:ext cx="5072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410840" y="21598200"/>
            <a:ext cx="5072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✓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1976400" y="21609720"/>
            <a:ext cx="640260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NFS write requests detected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1836000" y="22176720"/>
            <a:ext cx="5072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1410840" y="22165200"/>
            <a:ext cx="5072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✓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1976400" y="22176720"/>
            <a:ext cx="713556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Available offset tracking verified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1836000" y="22743720"/>
            <a:ext cx="5072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1410840" y="22732200"/>
            <a:ext cx="5072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✓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1976400" y="22743720"/>
            <a:ext cx="544392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Reader blocking verified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1836000" y="23310720"/>
            <a:ext cx="5072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1410840" y="23299200"/>
            <a:ext cx="5072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✓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1976400" y="23310720"/>
            <a:ext cx="55004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Reader wake-up verified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1836000" y="24028920"/>
            <a:ext cx="5072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1410840" y="24017400"/>
            <a:ext cx="50724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✓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1976400" y="24028920"/>
            <a:ext cx="9985680" cy="11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Runtime kernel testing completed Streaming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Status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1410840" y="26128440"/>
            <a:ext cx="541368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Ongoing Development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1410840" y="26821440"/>
            <a:ext cx="864000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Per-file streaming state management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1410840" y="27388440"/>
            <a:ext cx="923148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Advanced synchronization mechanisms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1410840" y="27955440"/>
            <a:ext cx="807624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Streaming performance evaluation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1083600" y="30216600"/>
            <a:ext cx="6914160" cy="774720"/>
          </a:xfrm>
          <a:custGeom>
            <a:avLst/>
            <a:gdLst>
              <a:gd name="textAreaLeft" fmla="*/ 0 w 6914160"/>
              <a:gd name="textAreaRight" fmla="*/ 6914520 w 6914160"/>
              <a:gd name="textAreaTop" fmla="*/ 0 h 774720"/>
              <a:gd name="textAreaBottom" fmla="*/ 775080 h 774720"/>
            </a:gdLst>
            <a:ahLst/>
            <a:rect l="textAreaLeft" t="textAreaTop" r="textAreaRight" b="textAreaBottom"/>
            <a:pathLst>
              <a:path w="19207" h="2153">
                <a:moveTo>
                  <a:pt x="9604" y="2153"/>
                </a:moveTo>
                <a:lnTo>
                  <a:pt x="0" y="2153"/>
                </a:lnTo>
                <a:lnTo>
                  <a:pt x="0" y="0"/>
                </a:lnTo>
                <a:lnTo>
                  <a:pt x="19207" y="0"/>
                </a:lnTo>
                <a:lnTo>
                  <a:pt x="19207" y="2153"/>
                </a:lnTo>
                <a:lnTo>
                  <a:pt x="9604" y="2153"/>
                </a:lnTo>
                <a:close/>
              </a:path>
            </a:pathLst>
          </a:custGeom>
          <a:solidFill>
            <a:srgbClr val="0070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096200" y="30175200"/>
            <a:ext cx="28050120" cy="10573560"/>
          </a:xfrm>
          <a:custGeom>
            <a:avLst/>
            <a:gdLst>
              <a:gd name="textAreaLeft" fmla="*/ 0 w 28050120"/>
              <a:gd name="textAreaRight" fmla="*/ 28050480 w 28050120"/>
              <a:gd name="textAreaTop" fmla="*/ 0 h 10573560"/>
              <a:gd name="textAreaBottom" fmla="*/ 10573920 h 10573560"/>
            </a:gdLst>
            <a:ahLst/>
            <a:rect l="textAreaLeft" t="textAreaTop" r="textAreaRight" b="textAreaBottom"/>
            <a:pathLst>
              <a:path w="77918" h="29372">
                <a:moveTo>
                  <a:pt x="38958" y="29372"/>
                </a:moveTo>
                <a:lnTo>
                  <a:pt x="0" y="29372"/>
                </a:lnTo>
                <a:lnTo>
                  <a:pt x="0" y="0"/>
                </a:lnTo>
                <a:lnTo>
                  <a:pt x="77918" y="0"/>
                </a:lnTo>
                <a:lnTo>
                  <a:pt x="77918" y="29372"/>
                </a:lnTo>
                <a:lnTo>
                  <a:pt x="38958" y="29372"/>
                </a:lnTo>
                <a:close/>
              </a:path>
            </a:pathLst>
          </a:custGeom>
          <a:noFill/>
          <a:ln w="126360">
            <a:solidFill>
              <a:srgbClr val="007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3000" rIns="63000" tIns="63000" bIns="63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410840" y="28522440"/>
            <a:ext cx="5337360" cy="56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Full sNFS architecture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1263960" y="30206160"/>
            <a:ext cx="6478920" cy="6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4500" spc="-1" strike="noStrike">
                <a:solidFill>
                  <a:srgbClr val="ffffff"/>
                </a:solidFill>
                <a:latin typeface="Arial"/>
                <a:ea typeface="Arial"/>
              </a:rPr>
              <a:t>Experimental Validation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1456920" y="31807440"/>
            <a:ext cx="386064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Test Environment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1456920" y="32319360"/>
            <a:ext cx="39718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Ubuntu 25.04 VM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456920" y="32831280"/>
            <a:ext cx="26416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(VirtualBox)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1456920" y="33343200"/>
            <a:ext cx="46576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Custom Linux Kernel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1456920" y="33855120"/>
            <a:ext cx="28566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(v7.1.0-rc5+)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1456920" y="34367040"/>
            <a:ext cx="435132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Modified NFS Client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1456920" y="35030160"/>
            <a:ext cx="402084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Local NFS Server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1456920" y="35693280"/>
            <a:ext cx="383472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Test Environment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1456920" y="36331200"/>
            <a:ext cx="48862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Kernel Log Monitoring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1456920" y="36843120"/>
            <a:ext cx="28443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using dmesg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1456920" y="37355040"/>
            <a:ext cx="450540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•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Validation using File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1456920" y="37866960"/>
            <a:ext cx="482544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Read/Write Workloads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1"/>
          <a:stretch/>
        </p:blipFill>
        <p:spPr>
          <a:xfrm>
            <a:off x="6491520" y="31334400"/>
            <a:ext cx="22352760" cy="7299000"/>
          </a:xfrm>
          <a:prstGeom prst="rect">
            <a:avLst/>
          </a:prstGeom>
          <a:ln w="0">
            <a:noFill/>
          </a:ln>
        </p:spPr>
      </p:pic>
      <p:sp>
        <p:nvSpPr>
          <p:cNvPr id="415" name=""/>
          <p:cNvSpPr/>
          <p:nvPr/>
        </p:nvSpPr>
        <p:spPr>
          <a:xfrm>
            <a:off x="1026360" y="40919760"/>
            <a:ext cx="28150560" cy="1080"/>
          </a:xfrm>
          <a:prstGeom prst="line">
            <a:avLst/>
          </a:prstGeom>
          <a:ln w="27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680" rIns="13680" tIns="-12600" bIns="-12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416" name=""/>
          <p:cNvSpPr/>
          <p:nvPr/>
        </p:nvSpPr>
        <p:spPr>
          <a:xfrm>
            <a:off x="1103400" y="41090760"/>
            <a:ext cx="22258440" cy="1497600"/>
          </a:xfrm>
          <a:custGeom>
            <a:avLst/>
            <a:gdLst>
              <a:gd name="textAreaLeft" fmla="*/ 0 w 22258440"/>
              <a:gd name="textAreaRight" fmla="*/ 22258800 w 22258440"/>
              <a:gd name="textAreaTop" fmla="*/ 0 h 1497600"/>
              <a:gd name="textAreaBottom" fmla="*/ 1497960 h 1497600"/>
            </a:gdLst>
            <a:ahLst/>
            <a:rect l="textAreaLeft" t="textAreaTop" r="textAreaRight" b="textAreaBottom"/>
            <a:pathLst>
              <a:path w="61830" h="4161">
                <a:moveTo>
                  <a:pt x="30917" y="4161"/>
                </a:moveTo>
                <a:lnTo>
                  <a:pt x="0" y="4161"/>
                </a:lnTo>
                <a:lnTo>
                  <a:pt x="0" y="0"/>
                </a:lnTo>
                <a:lnTo>
                  <a:pt x="61830" y="0"/>
                </a:lnTo>
                <a:lnTo>
                  <a:pt x="61830" y="4161"/>
                </a:lnTo>
                <a:lnTo>
                  <a:pt x="30917" y="4161"/>
                </a:lnTo>
                <a:close/>
              </a:path>
            </a:pathLst>
          </a:custGeom>
          <a:noFill/>
          <a:ln w="12636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3000" rIns="63000" tIns="63000" bIns="6300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1154160" y="41076360"/>
            <a:ext cx="2029320" cy="453600"/>
          </a:xfrm>
          <a:custGeom>
            <a:avLst/>
            <a:gdLst>
              <a:gd name="textAreaLeft" fmla="*/ 0 w 2029320"/>
              <a:gd name="textAreaRight" fmla="*/ 2029680 w 2029320"/>
              <a:gd name="textAreaTop" fmla="*/ 0 h 453600"/>
              <a:gd name="textAreaBottom" fmla="*/ 453960 h 453600"/>
            </a:gdLst>
            <a:ahLst/>
            <a:rect l="textAreaLeft" t="textAreaTop" r="textAreaRight" b="textAreaBottom"/>
            <a:pathLst>
              <a:path w="5638" h="1261">
                <a:moveTo>
                  <a:pt x="2820" y="1261"/>
                </a:moveTo>
                <a:lnTo>
                  <a:pt x="0" y="1261"/>
                </a:lnTo>
                <a:lnTo>
                  <a:pt x="0" y="0"/>
                </a:lnTo>
                <a:lnTo>
                  <a:pt x="5638" y="0"/>
                </a:lnTo>
                <a:lnTo>
                  <a:pt x="5638" y="1261"/>
                </a:lnTo>
                <a:lnTo>
                  <a:pt x="2820" y="1261"/>
                </a:lnTo>
                <a:close/>
              </a:path>
            </a:pathLst>
          </a:custGeom>
          <a:solidFill>
            <a:srgbClr val="dddddd"/>
          </a:solidFill>
          <a:ln w="24840">
            <a:solidFill>
              <a:srgbClr val="ddddd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240" rIns="12240" tIns="12240" bIns="12240" anchor="t">
            <a:noAutofit/>
          </a:bodyPr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7247960" y="28543320"/>
            <a:ext cx="45648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1334880" y="41149440"/>
            <a:ext cx="1557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Resources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24473160" y="41172840"/>
            <a:ext cx="421416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Communication Networks Lab (KOM)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24473160" y="41477760"/>
            <a:ext cx="380412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Technical University of Darmstadt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1317960" y="41665680"/>
            <a:ext cx="55659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[1] Linux Kernel Documentation. https://docs.kernel.org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1317960" y="41940000"/>
            <a:ext cx="90208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[2] Linux NFS Client Source Code (Linux Kernel v7.1-rc5), fs/nfs/read.c and fs/nfs/write.c.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1317960" y="42214320"/>
            <a:ext cx="111927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[3] Ahmed Wahba, sNFS Kernel Monitoring Repository. https://github.com/Ahmed-Gonga/sNFS-kernel-monitor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1529280" y="39687480"/>
            <a:ext cx="2113812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Next Step : </a:t>
            </a:r>
            <a:r>
              <a:rPr b="0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Implement per-file streaming state management to support scalable and efficient sNFS data streaming</a:t>
            </a: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6" name="" descr=""/>
          <p:cNvPicPr/>
          <p:nvPr/>
        </p:nvPicPr>
        <p:blipFill>
          <a:blip r:embed="rId2"/>
          <a:srcRect l="0" t="0" r="19860" b="0"/>
          <a:stretch/>
        </p:blipFill>
        <p:spPr>
          <a:xfrm>
            <a:off x="12321720" y="14515560"/>
            <a:ext cx="16595280" cy="14515560"/>
          </a:xfrm>
          <a:prstGeom prst="rect">
            <a:avLst/>
          </a:prstGeom>
          <a:ln w="0">
            <a:noFill/>
          </a:ln>
        </p:spPr>
      </p:pic>
      <p:sp>
        <p:nvSpPr>
          <p:cNvPr id="427" name=""/>
          <p:cNvSpPr/>
          <p:nvPr/>
        </p:nvSpPr>
        <p:spPr>
          <a:xfrm>
            <a:off x="12542760" y="38819160"/>
            <a:ext cx="1018404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Figure 2: Live kernel output showing successful detection of partial NFS read and write operations.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18173160" y="39120480"/>
            <a:ext cx="3042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12955320" y="28947240"/>
            <a:ext cx="1534104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Figure 1: Architecture of the sNFS streaming prototype showing available data tracking, read request validation, and </a:t>
            </a:r>
            <a:r>
              <a:rPr b="1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reader blocking beyond the available region.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17691840" y="29284200"/>
            <a:ext cx="579168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20549160" y="29747160"/>
            <a:ext cx="3042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18173160" y="39120840"/>
            <a:ext cx="3042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18173160" y="39120840"/>
            <a:ext cx="30420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2026-06-01T23:57:26Z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